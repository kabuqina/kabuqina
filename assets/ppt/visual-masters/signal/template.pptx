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46ed2554cf4f50" /><Relationship Type="http://schemas.openxmlformats.org/officeDocument/2006/relationships/extended-properties" Target="/docProps/app.xml" Id="R573f4ff3769747c4" /><Relationship Type="http://schemas.openxmlformats.org/officeDocument/2006/relationships/officeDocument" Target="/ppt/presentation.xml" Id="Rc4ef482504c04c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4528fe05a4b30"/>
  </p:sldMasterIdLst>
  <p:notesMasterIdLst>
    <p:notesMasterId xmlns:r="http://schemas.openxmlformats.org/officeDocument/2006/relationships" r:id="R562cce01b0cf437d"/>
  </p:notesMasterIdLst>
  <p:sldIdLst>
    <p:sldId xmlns:r="http://schemas.openxmlformats.org/officeDocument/2006/relationships" id="256" r:id="Ra02c3e45afbc4d69"/>
    <p:sldId xmlns:r="http://schemas.openxmlformats.org/officeDocument/2006/relationships" id="257" r:id="Rc34cbc001e3c417a"/>
    <p:sldId xmlns:r="http://schemas.openxmlformats.org/officeDocument/2006/relationships" id="258" r:id="Rc76ef5ecac904003"/>
    <p:sldId xmlns:r="http://schemas.openxmlformats.org/officeDocument/2006/relationships" id="259" r:id="R0870d7422c2c4a1e"/>
    <p:sldId xmlns:r="http://schemas.openxmlformats.org/officeDocument/2006/relationships" id="260" r:id="R45c0323988f0412f"/>
    <p:sldId xmlns:r="http://schemas.openxmlformats.org/officeDocument/2006/relationships" id="261" r:id="R7c17597d2848456f"/>
    <p:sldId xmlns:r="http://schemas.openxmlformats.org/officeDocument/2006/relationships" id="262" r:id="Rd639f179803c48fa"/>
    <p:sldId xmlns:r="http://schemas.openxmlformats.org/officeDocument/2006/relationships" id="263" r:id="Rd493f29fe2174981"/>
    <p:sldId xmlns:r="http://schemas.openxmlformats.org/officeDocument/2006/relationships" id="264" r:id="R22cae88efc3b465f"/>
    <p:sldId xmlns:r="http://schemas.openxmlformats.org/officeDocument/2006/relationships" id="265" r:id="Rab89d83d4f6748be"/>
    <p:sldId xmlns:r="http://schemas.openxmlformats.org/officeDocument/2006/relationships" id="266" r:id="R43e202d8cb504db4"/>
    <p:sldId xmlns:r="http://schemas.openxmlformats.org/officeDocument/2006/relationships" id="267" r:id="R5668a338375446a0"/>
    <p:sldId xmlns:r="http://schemas.openxmlformats.org/officeDocument/2006/relationships" id="268" r:id="R921b07beafea4504"/>
    <p:sldId xmlns:r="http://schemas.openxmlformats.org/officeDocument/2006/relationships" id="269" r:id="R03e6aa0414fb4fda"/>
    <p:sldId xmlns:r="http://schemas.openxmlformats.org/officeDocument/2006/relationships" id="270" r:id="R5333695c98db40fe"/>
    <p:sldId xmlns:r="http://schemas.openxmlformats.org/officeDocument/2006/relationships" id="271" r:id="R13d896f75b554959"/>
    <p:sldId xmlns:r="http://schemas.openxmlformats.org/officeDocument/2006/relationships" id="272" r:id="Rcb3582378c36423d"/>
    <p:sldId xmlns:r="http://schemas.openxmlformats.org/officeDocument/2006/relationships" id="273" r:id="R4865d3d9372946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f2dda02f846b2" /><Relationship Type="http://schemas.openxmlformats.org/officeDocument/2006/relationships/slideMaster" Target="/ppt/slideMasters/slideMaster1.xml" Id="R9ec4528fe05a4b30" /><Relationship Type="http://schemas.openxmlformats.org/officeDocument/2006/relationships/notesMaster" Target="/ppt/notesMasters/notesMaster1.xml" Id="R562cce01b0cf437d" /><Relationship Type="http://schemas.openxmlformats.org/officeDocument/2006/relationships/presProps" Target="/ppt/presProps.xml" Id="Rbf99e84ea4754294" /><Relationship Type="http://schemas.openxmlformats.org/officeDocument/2006/relationships/viewProps" Target="/ppt/viewProps.xml" Id="R5d7cbb10e0cc4054" /><Relationship Type="http://schemas.openxmlformats.org/officeDocument/2006/relationships/tableStyles" Target="/ppt/tableStyles.xml" Id="R0466fc44cc954f4b" /><Relationship Type="http://schemas.openxmlformats.org/officeDocument/2006/relationships/slide" Target="/ppt/slides/slide1.xml" Id="Ra02c3e45afbc4d69" /><Relationship Type="http://schemas.openxmlformats.org/officeDocument/2006/relationships/slide" Target="/ppt/slides/slide2.xml" Id="Rc34cbc001e3c417a" /><Relationship Type="http://schemas.openxmlformats.org/officeDocument/2006/relationships/slide" Target="/ppt/slides/slide3.xml" Id="Rc76ef5ecac904003" /><Relationship Type="http://schemas.openxmlformats.org/officeDocument/2006/relationships/slide" Target="/ppt/slides/slide4.xml" Id="R0870d7422c2c4a1e" /><Relationship Type="http://schemas.openxmlformats.org/officeDocument/2006/relationships/slide" Target="/ppt/slides/slide5.xml" Id="R45c0323988f0412f" /><Relationship Type="http://schemas.openxmlformats.org/officeDocument/2006/relationships/slide" Target="/ppt/slides/slide6.xml" Id="R7c17597d2848456f" /><Relationship Type="http://schemas.openxmlformats.org/officeDocument/2006/relationships/slide" Target="/ppt/slides/slide7.xml" Id="Rd639f179803c48fa" /><Relationship Type="http://schemas.openxmlformats.org/officeDocument/2006/relationships/slide" Target="/ppt/slides/slide8.xml" Id="Rd493f29fe2174981" /><Relationship Type="http://schemas.openxmlformats.org/officeDocument/2006/relationships/slide" Target="/ppt/slides/slide9.xml" Id="R22cae88efc3b465f" /><Relationship Type="http://schemas.openxmlformats.org/officeDocument/2006/relationships/slide" Target="/ppt/slides/slide10.xml" Id="Rab89d83d4f6748be" /><Relationship Type="http://schemas.openxmlformats.org/officeDocument/2006/relationships/slide" Target="/ppt/slides/slide11.xml" Id="R43e202d8cb504db4" /><Relationship Type="http://schemas.openxmlformats.org/officeDocument/2006/relationships/slide" Target="/ppt/slides/slide12.xml" Id="R5668a338375446a0" /><Relationship Type="http://schemas.openxmlformats.org/officeDocument/2006/relationships/slide" Target="/ppt/slides/slide13.xml" Id="R921b07beafea4504" /><Relationship Type="http://schemas.openxmlformats.org/officeDocument/2006/relationships/slide" Target="/ppt/slides/slide14.xml" Id="R03e6aa0414fb4fda" /><Relationship Type="http://schemas.openxmlformats.org/officeDocument/2006/relationships/slide" Target="/ppt/slides/slide15.xml" Id="R5333695c98db40fe" /><Relationship Type="http://schemas.openxmlformats.org/officeDocument/2006/relationships/slide" Target="/ppt/slides/slide16.xml" Id="R13d896f75b554959" /><Relationship Type="http://schemas.openxmlformats.org/officeDocument/2006/relationships/slide" Target="/ppt/slides/slide17.xml" Id="Rcb3582378c36423d" /><Relationship Type="http://schemas.openxmlformats.org/officeDocument/2006/relationships/slide" Target="/ppt/slides/slide18.xml" Id="R4865d3d9372946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80ce7d71a7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b9b291715947dd" /><Relationship Type="http://schemas.openxmlformats.org/officeDocument/2006/relationships/notesMaster" Target="/ppt/notesMasters/notesMaster1.xml" Id="Rd386b67cc0ee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f7f56be9594da9" /><Relationship Type="http://schemas.openxmlformats.org/officeDocument/2006/relationships/notesMaster" Target="/ppt/notesMasters/notesMaster1.xml" Id="R00f358df3d9840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67d4835eb4471b" /><Relationship Type="http://schemas.openxmlformats.org/officeDocument/2006/relationships/notesMaster" Target="/ppt/notesMasters/notesMaster1.xml" Id="R84bbee5b3a1847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d2be0d69a5435e" /><Relationship Type="http://schemas.openxmlformats.org/officeDocument/2006/relationships/notesMaster" Target="/ppt/notesMasters/notesMaster1.xml" Id="Rff992c75bed740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c87061f83f417a" /><Relationship Type="http://schemas.openxmlformats.org/officeDocument/2006/relationships/notesMaster" Target="/ppt/notesMasters/notesMaster1.xml" Id="R578b4a5a84b2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96d6780f744a6f" /><Relationship Type="http://schemas.openxmlformats.org/officeDocument/2006/relationships/notesMaster" Target="/ppt/notesMasters/notesMaster1.xml" Id="Rd748e124afa242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ebf8244e7b4822" /><Relationship Type="http://schemas.openxmlformats.org/officeDocument/2006/relationships/notesMaster" Target="/ppt/notesMasters/notesMaster1.xml" Id="R0736af8be2704d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a91139b68042fe" /><Relationship Type="http://schemas.openxmlformats.org/officeDocument/2006/relationships/notesMaster" Target="/ppt/notesMasters/notesMaster1.xml" Id="R4b2ecddce3ff44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4fded2d2f248d9" /><Relationship Type="http://schemas.openxmlformats.org/officeDocument/2006/relationships/notesMaster" Target="/ppt/notesMasters/notesMaster1.xml" Id="Ra725c8a3ed5c47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57902cfd4042a1" /><Relationship Type="http://schemas.openxmlformats.org/officeDocument/2006/relationships/notesMaster" Target="/ppt/notesMasters/notesMaster1.xml" Id="R1570fdba81dd45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b54610b9c2498b" /><Relationship Type="http://schemas.openxmlformats.org/officeDocument/2006/relationships/notesMaster" Target="/ppt/notesMasters/notesMaster1.xml" Id="Rc0fcc84bd02a4f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54f7401f3d4193" /><Relationship Type="http://schemas.openxmlformats.org/officeDocument/2006/relationships/notesMaster" Target="/ppt/notesMasters/notesMaster1.xml" Id="R20764215f08241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3e32fc742c441f" /><Relationship Type="http://schemas.openxmlformats.org/officeDocument/2006/relationships/notesMaster" Target="/ppt/notesMasters/notesMaster1.xml" Id="R724b2b69041f42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481575025844d3" /><Relationship Type="http://schemas.openxmlformats.org/officeDocument/2006/relationships/notesMaster" Target="/ppt/notesMasters/notesMaster1.xml" Id="Re84cd60dfc6142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55e1161be64353" /><Relationship Type="http://schemas.openxmlformats.org/officeDocument/2006/relationships/notesMaster" Target="/ppt/notesMasters/notesMaster1.xml" Id="R3fce7b683b8348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cf31a6d9c0438f" /><Relationship Type="http://schemas.openxmlformats.org/officeDocument/2006/relationships/notesMaster" Target="/ppt/notesMasters/notesMaster1.xml" Id="Rfbb8291547bd48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fe138fa7f74137" /><Relationship Type="http://schemas.openxmlformats.org/officeDocument/2006/relationships/notesMaster" Target="/ppt/notesMasters/notesMaster1.xml" Id="R6691f1742d564f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3834e71fb34c7c" /><Relationship Type="http://schemas.openxmlformats.org/officeDocument/2006/relationships/notesMaster" Target="/ppt/notesMasters/notesMaster1.xml" Id="Re95ca84ea6c740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da50ae2c94d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df2f7363c4936" /><Relationship Type="http://schemas.openxmlformats.org/officeDocument/2006/relationships/slideLayout" Target="/ppt/slideLayouts/slideLayout1.xml" Id="R9a3a20dc5a714e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3a20dc5a714e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96711a7f44501" /><Relationship Type="http://schemas.openxmlformats.org/officeDocument/2006/relationships/image" Target="/ppt/media/image.png" Id="Rc491600b84224e62" /><Relationship Type="http://schemas.openxmlformats.org/officeDocument/2006/relationships/notesSlide" Target="/ppt/notesSlides/notesSlide1.xml" Id="R30d91f45cd6a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2ac0df97a4b0b" /><Relationship Type="http://schemas.openxmlformats.org/officeDocument/2006/relationships/image" Target="/ppt/media/image2.png" Id="R5c0b0a024b864785" /><Relationship Type="http://schemas.openxmlformats.org/officeDocument/2006/relationships/notesSlide" Target="/ppt/notesSlides/notesSlide2.xml" Id="R4c81c3565edb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2585cf2754f5d" /><Relationship Type="http://schemas.openxmlformats.org/officeDocument/2006/relationships/image" Target="/ppt/media/image3.png" Id="R1948e59c6c014855" /><Relationship Type="http://schemas.openxmlformats.org/officeDocument/2006/relationships/notesSlide" Target="/ppt/notesSlides/notesSlide3.xml" Id="R2c306377c9e54d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5f4935d9a4074" /><Relationship Type="http://schemas.openxmlformats.org/officeDocument/2006/relationships/image" Target="/ppt/media/image4.png" Id="Rd14386c25dee4697" /><Relationship Type="http://schemas.openxmlformats.org/officeDocument/2006/relationships/notesSlide" Target="/ppt/notesSlides/notesSlide4.xml" Id="R391d9456107542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4e1455f944fbc" /><Relationship Type="http://schemas.openxmlformats.org/officeDocument/2006/relationships/image" Target="/ppt/media/image5.png" Id="Rd3555f2f30484499" /><Relationship Type="http://schemas.openxmlformats.org/officeDocument/2006/relationships/notesSlide" Target="/ppt/notesSlides/notesSlide5.xml" Id="R2b4b0f47ce4d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f65d053984fc1" /><Relationship Type="http://schemas.openxmlformats.org/officeDocument/2006/relationships/image" Target="/ppt/media/image6.png" Id="R80e30ff8d2ed459d" /><Relationship Type="http://schemas.openxmlformats.org/officeDocument/2006/relationships/notesSlide" Target="/ppt/notesSlides/notesSlide6.xml" Id="R442bec82b6ab4d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ee54a0f594c8c" /><Relationship Type="http://schemas.openxmlformats.org/officeDocument/2006/relationships/image" Target="/ppt/media/image7.png" Id="R1d3d6d2794a647d7" /><Relationship Type="http://schemas.openxmlformats.org/officeDocument/2006/relationships/notesSlide" Target="/ppt/notesSlides/notesSlide7.xml" Id="R73532d2123364c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1ed7536474b62" /><Relationship Type="http://schemas.openxmlformats.org/officeDocument/2006/relationships/image" Target="/ppt/media/image8.png" Id="Rba62849c89b140c9" /><Relationship Type="http://schemas.openxmlformats.org/officeDocument/2006/relationships/notesSlide" Target="/ppt/notesSlides/notesSlide8.xml" Id="R2a6ec0fe0e4a40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022ec2882449e" /><Relationship Type="http://schemas.openxmlformats.org/officeDocument/2006/relationships/image" Target="/ppt/media/image9.png" Id="R8d7f8fd6cf5b4537" /><Relationship Type="http://schemas.openxmlformats.org/officeDocument/2006/relationships/notesSlide" Target="/ppt/notesSlides/notesSlide9.xml" Id="R1d4de51a3aa642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1406f3cbf4f2d" /><Relationship Type="http://schemas.openxmlformats.org/officeDocument/2006/relationships/image" Target="/ppt/media/image10.png" Id="Rd622f79fe8964782" /><Relationship Type="http://schemas.openxmlformats.org/officeDocument/2006/relationships/notesSlide" Target="/ppt/notesSlides/notesSlide10.xml" Id="R69670d7189e6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e1ce989ce4ec4" /><Relationship Type="http://schemas.openxmlformats.org/officeDocument/2006/relationships/image" Target="/ppt/media/image11.png" Id="Rdc6ddfed36d84fc1" /><Relationship Type="http://schemas.openxmlformats.org/officeDocument/2006/relationships/notesSlide" Target="/ppt/notesSlides/notesSlide11.xml" Id="Rb81d0e93ff1a48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8aafd922a46c3" /><Relationship Type="http://schemas.openxmlformats.org/officeDocument/2006/relationships/image" Target="/ppt/media/image12.png" Id="R109eb419dfe84e8f" /><Relationship Type="http://schemas.openxmlformats.org/officeDocument/2006/relationships/notesSlide" Target="/ppt/notesSlides/notesSlide12.xml" Id="R7cc8e4f2b36948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6658855c34d68" /><Relationship Type="http://schemas.openxmlformats.org/officeDocument/2006/relationships/image" Target="/ppt/media/image13.png" Id="R86f938e3953044fd" /><Relationship Type="http://schemas.openxmlformats.org/officeDocument/2006/relationships/notesSlide" Target="/ppt/notesSlides/notesSlide13.xml" Id="R45e54a8b79ec4a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be5c0add34ed8" /><Relationship Type="http://schemas.openxmlformats.org/officeDocument/2006/relationships/image" Target="/ppt/media/image14.png" Id="R87ae0dd45f304ad8" /><Relationship Type="http://schemas.openxmlformats.org/officeDocument/2006/relationships/notesSlide" Target="/ppt/notesSlides/notesSlide14.xml" Id="R0e1678eaa62947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023f3c66f419d" /><Relationship Type="http://schemas.openxmlformats.org/officeDocument/2006/relationships/image" Target="/ppt/media/image15.png" Id="R643e810eb43745c6" /><Relationship Type="http://schemas.openxmlformats.org/officeDocument/2006/relationships/notesSlide" Target="/ppt/notesSlides/notesSlide15.xml" Id="R82d64209003443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92a461a634d8c" /><Relationship Type="http://schemas.openxmlformats.org/officeDocument/2006/relationships/image" Target="/ppt/media/image16.png" Id="R7216b4240669442f" /><Relationship Type="http://schemas.openxmlformats.org/officeDocument/2006/relationships/notesSlide" Target="/ppt/notesSlides/notesSlide16.xml" Id="R1340fe5c36274a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b300e54a64892" /><Relationship Type="http://schemas.openxmlformats.org/officeDocument/2006/relationships/image" Target="/ppt/media/image17.png" Id="Rea49271cd44843d1" /><Relationship Type="http://schemas.openxmlformats.org/officeDocument/2006/relationships/notesSlide" Target="/ppt/notesSlides/notesSlide17.xml" Id="Recd6e0977e9149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bc88b8784465e" /><Relationship Type="http://schemas.openxmlformats.org/officeDocument/2006/relationships/image" Target="/ppt/media/image18.png" Id="R286ad16b88684207" /><Relationship Type="http://schemas.openxmlformats.org/officeDocument/2006/relationships/notesSlide" Target="/ppt/notesSlides/notesSlide18.xml" Id="Rc3c51293d86b47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1600b84224e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1-01">
            <a:extLst xmlns:a="http://schemas.openxmlformats.org/drawingml/2006/main">
              <a:ext uri="{FF2B5EF4-FFF2-40B4-BE49-F238E27FC236}">
                <a16:creationId xmlns:a16="http://schemas.microsoft.com/office/drawing/2014/main" id="{FA297E95-B73A-4AB1-BE2E-F4A528F5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1017"/>
            <a:ext cx="266957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[Period] · [Audience] · [Deck Type]</a:t>
            </a:r>
          </a:p>
        </p:txBody>
      </p:sp>
      <p:sp>
        <p:nvSpPr>
          <p:cNvPr id="3" name="editable-text-01-02">
            <a:extLst xmlns:a="http://schemas.openxmlformats.org/drawingml/2006/main">
              <a:ext uri="{FF2B5EF4-FFF2-40B4-BE49-F238E27FC236}">
                <a16:creationId xmlns:a16="http://schemas.microsoft.com/office/drawing/2014/main" id="{1E3F5A3B-DAE3-41D6-B6B0-1D10683E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9238"/>
            <a:ext cx="6655308" cy="1600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9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09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[Presentation]</a:t>
            </a:r>
          </a:p>
        </p:txBody>
      </p:sp>
      <p:sp>
        <p:nvSpPr>
          <p:cNvPr id="4" name="editable-text-01-03">
            <a:extLst xmlns:a="http://schemas.openxmlformats.org/drawingml/2006/main">
              <a:ext uri="{FF2B5EF4-FFF2-40B4-BE49-F238E27FC236}">
                <a16:creationId xmlns:a16="http://schemas.microsoft.com/office/drawing/2014/main" id="{B9D14722-C831-4403-AC6D-19DF5F76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470"/>
            <a:ext cx="2127695" cy="1600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9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09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Title</a:t>
            </a:r>
          </a:p>
        </p:txBody>
      </p:sp>
      <p:sp>
        <p:nvSpPr>
          <p:cNvPr id="5" name="editable-text-01-04">
            <a:extLst xmlns:a="http://schemas.openxmlformats.org/drawingml/2006/main">
              <a:ext uri="{FF2B5EF4-FFF2-40B4-BE49-F238E27FC236}">
                <a16:creationId xmlns:a16="http://schemas.microsoft.com/office/drawing/2014/main" id="{618E274B-6DE2-4067-8712-34258C84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44134"/>
            <a:ext cx="3805809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 short description of the deck, its purpose, and the decision it supports.</a:t>
            </a:r>
          </a:p>
        </p:txBody>
      </p:sp>
      <p:sp>
        <p:nvSpPr>
          <p:cNvPr id="6" name="editable-text-01-05">
            <a:extLst xmlns:a="http://schemas.openxmlformats.org/drawingml/2006/main">
              <a:ext uri="{FF2B5EF4-FFF2-40B4-BE49-F238E27FC236}">
                <a16:creationId xmlns:a16="http://schemas.microsoft.com/office/drawing/2014/main" id="{1AE945FA-34E1-42A1-837B-5425E27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69221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[Author Name] · [Role]</a:t>
            </a:r>
          </a:p>
        </p:txBody>
      </p:sp>
      <p:sp>
        <p:nvSpPr>
          <p:cNvPr id="7" name="editable-text-01-06">
            <a:extLst xmlns:a="http://schemas.openxmlformats.org/drawingml/2006/main">
              <a:ext uri="{FF2B5EF4-FFF2-40B4-BE49-F238E27FC236}">
                <a16:creationId xmlns:a16="http://schemas.microsoft.com/office/drawing/2014/main" id="{0A62AC16-8B95-42D1-8BC8-07D923FE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833" y="6346984"/>
            <a:ext cx="23688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[Version] · [Status] · [Period]</a:t>
            </a:r>
          </a:p>
        </p:txBody>
      </p:sp>
    </p:spTree>
    <p:extLst>
      <p:ext uri="{BB962C8B-B14F-4D97-AF65-F5344CB8AC3E}">
        <p14:creationId xmlns:p14="http://schemas.microsoft.com/office/powerpoint/2010/main" val="15366479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b0a024b8647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2-01">
            <a:extLst xmlns:a="http://schemas.openxmlformats.org/drawingml/2006/main">
              <a:ext uri="{FF2B5EF4-FFF2-40B4-BE49-F238E27FC236}">
                <a16:creationId xmlns:a16="http://schemas.microsoft.com/office/drawing/2014/main" id="{CC8E89E7-CA1D-4AF5-95F5-3C1FF0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3242"/>
            <a:ext cx="1212342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01 · [Section]</a:t>
            </a:r>
          </a:p>
        </p:txBody>
      </p:sp>
      <p:sp>
        <p:nvSpPr>
          <p:cNvPr id="3" name="editable-text-02-02">
            <a:extLst xmlns:a="http://schemas.openxmlformats.org/drawingml/2006/main">
              <a:ext uri="{FF2B5EF4-FFF2-40B4-BE49-F238E27FC236}">
                <a16:creationId xmlns:a16="http://schemas.microsoft.com/office/drawing/2014/main" id="{3F11361D-7B9D-42BA-A8F5-085E8CD5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7005"/>
            <a:ext cx="5738336" cy="163144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Section headline with one emphasized idea</a:t>
            </a:r>
          </a:p>
        </p:txBody>
      </p:sp>
      <p:sp>
        <p:nvSpPr>
          <p:cNvPr id="4" name="editable-text-02-03">
            <a:extLst xmlns:a="http://schemas.openxmlformats.org/drawingml/2006/main">
              <a:ext uri="{FF2B5EF4-FFF2-40B4-BE49-F238E27FC236}">
                <a16:creationId xmlns:a16="http://schemas.microsoft.com/office/drawing/2014/main" id="{BBB66E34-0EF0-4A05-ADB3-9908860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2357"/>
            <a:ext cx="4308253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A brief setup sentence that explains what this section covers and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15840414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8e59c6c0148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3-01">
            <a:extLst xmlns:a="http://schemas.openxmlformats.org/drawingml/2006/main">
              <a:ext uri="{FF2B5EF4-FFF2-40B4-BE49-F238E27FC236}">
                <a16:creationId xmlns:a16="http://schemas.microsoft.com/office/drawing/2014/main" id="{D71BE5AE-15A2-446C-9E1D-600C1310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101546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[Slide Label]</a:t>
            </a:r>
          </a:p>
        </p:txBody>
      </p:sp>
      <p:sp>
        <p:nvSpPr>
          <p:cNvPr id="3" name="editable-text-03-02">
            <a:extLst xmlns:a="http://schemas.openxmlformats.org/drawingml/2006/main">
              <a:ext uri="{FF2B5EF4-FFF2-40B4-BE49-F238E27FC236}">
                <a16:creationId xmlns:a16="http://schemas.microsoft.com/office/drawing/2014/main" id="{69E5512F-67B7-4C0D-AEA4-84FDB43F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4" name="editable-text-03-03">
            <a:extLst xmlns:a="http://schemas.openxmlformats.org/drawingml/2006/main">
              <a:ext uri="{FF2B5EF4-FFF2-40B4-BE49-F238E27FC236}">
                <a16:creationId xmlns:a16="http://schemas.microsoft.com/office/drawing/2014/main" id="{6D23D9E9-637D-403C-B223-FF2B68C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3717"/>
            <a:ext cx="109070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[Kicker Label]</a:t>
            </a:r>
          </a:p>
        </p:txBody>
      </p:sp>
      <p:sp>
        <p:nvSpPr>
          <p:cNvPr id="5" name="editable-text-03-04">
            <a:extLst xmlns:a="http://schemas.openxmlformats.org/drawingml/2006/main">
              <a:ext uri="{FF2B5EF4-FFF2-40B4-BE49-F238E27FC236}">
                <a16:creationId xmlns:a16="http://schemas.microsoft.com/office/drawing/2014/main" id="{D0E16E2D-B88E-4D50-A9E0-CAF5A32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6482810" cy="30401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 concise statement that frames the main argument in one memorable sentence.</a:t>
            </a:r>
          </a:p>
        </p:txBody>
      </p:sp>
      <p:sp>
        <p:nvSpPr>
          <p:cNvPr id="6" name="editable-text-03-05">
            <a:extLst xmlns:a="http://schemas.openxmlformats.org/drawingml/2006/main">
              <a:ext uri="{FF2B5EF4-FFF2-40B4-BE49-F238E27FC236}">
                <a16:creationId xmlns:a16="http://schemas.microsoft.com/office/drawing/2014/main" id="{EF91A41C-72EF-41B1-B877-07F1D77D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6308734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386c25dee46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4-01">
            <a:extLst xmlns:a="http://schemas.openxmlformats.org/drawingml/2006/main">
              <a:ext uri="{FF2B5EF4-FFF2-40B4-BE49-F238E27FC236}">
                <a16:creationId xmlns:a16="http://schemas.microsoft.com/office/drawing/2014/main" id="{431A0FBC-C672-4B51-8C62-49D5CDA1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1541907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[Category] · [Topic]</a:t>
            </a:r>
          </a:p>
        </p:txBody>
      </p:sp>
      <p:sp>
        <p:nvSpPr>
          <p:cNvPr id="3" name="editable-text-04-02">
            <a:extLst xmlns:a="http://schemas.openxmlformats.org/drawingml/2006/main">
              <a:ext uri="{FF2B5EF4-FFF2-40B4-BE49-F238E27FC236}">
                <a16:creationId xmlns:a16="http://schemas.microsoft.com/office/drawing/2014/main" id="{63986C2B-7F30-47E4-A315-35F92484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4" name="editable-text-04-03">
            <a:extLst xmlns:a="http://schemas.openxmlformats.org/drawingml/2006/main">
              <a:ext uri="{FF2B5EF4-FFF2-40B4-BE49-F238E27FC236}">
                <a16:creationId xmlns:a16="http://schemas.microsoft.com/office/drawing/2014/main" id="{3AFF2DCE-4E99-46BA-B1F3-BF318DC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785"/>
            <a:ext cx="109070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[Kicker Label]</a:t>
            </a:r>
          </a:p>
        </p:txBody>
      </p:sp>
      <p:sp>
        <p:nvSpPr>
          <p:cNvPr id="5" name="editable-text-04-04">
            <a:extLst xmlns:a="http://schemas.openxmlformats.org/drawingml/2006/main">
              <a:ext uri="{FF2B5EF4-FFF2-40B4-BE49-F238E27FC236}">
                <a16:creationId xmlns:a16="http://schemas.microsoft.com/office/drawing/2014/main" id="{628353D7-5B87-4A5B-84F4-2E55759A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6579"/>
            <a:ext cx="4081463" cy="10410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Main headline for a split-layout slide</a:t>
            </a:r>
          </a:p>
        </p:txBody>
      </p:sp>
      <p:sp>
        <p:nvSpPr>
          <p:cNvPr id="6" name="editable-text-04-05">
            <a:extLst xmlns:a="http://schemas.openxmlformats.org/drawingml/2006/main">
              <a:ext uri="{FF2B5EF4-FFF2-40B4-BE49-F238E27FC236}">
                <a16:creationId xmlns:a16="http://schemas.microsoft.com/office/drawing/2014/main" id="{994D8DD0-E855-44F0-A01C-6244FF2E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9008"/>
            <a:ext cx="449475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Use this paragraph for the core explanation. Keep it short, specific, and easy to scan.</a:t>
            </a:r>
          </a:p>
        </p:txBody>
      </p:sp>
      <p:sp>
        <p:nvSpPr>
          <p:cNvPr id="7" name="editable-text-04-06">
            <a:extLst xmlns:a="http://schemas.openxmlformats.org/drawingml/2006/main">
              <a:ext uri="{FF2B5EF4-FFF2-40B4-BE49-F238E27FC236}">
                <a16:creationId xmlns:a16="http://schemas.microsoft.com/office/drawing/2014/main" id="{02192EAB-7989-43A3-8D2E-B72D6AE9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2" y="3829050"/>
            <a:ext cx="289874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First supporting point with concise context</a:t>
            </a:r>
          </a:p>
        </p:txBody>
      </p:sp>
      <p:sp>
        <p:nvSpPr>
          <p:cNvPr id="8" name="editable-text-04-07">
            <a:extLst xmlns:a="http://schemas.openxmlformats.org/drawingml/2006/main">
              <a:ext uri="{FF2B5EF4-FFF2-40B4-BE49-F238E27FC236}">
                <a16:creationId xmlns:a16="http://schemas.microsoft.com/office/drawing/2014/main" id="{E954BD9B-6551-461C-B171-8A5BD6C6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2" y="4204811"/>
            <a:ext cx="3115437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Second supporting point with concise context</a:t>
            </a:r>
          </a:p>
        </p:txBody>
      </p:sp>
      <p:sp>
        <p:nvSpPr>
          <p:cNvPr id="9" name="editable-text-04-08">
            <a:extLst xmlns:a="http://schemas.openxmlformats.org/drawingml/2006/main">
              <a:ext uri="{FF2B5EF4-FFF2-40B4-BE49-F238E27FC236}">
                <a16:creationId xmlns:a16="http://schemas.microsoft.com/office/drawing/2014/main" id="{15412D93-FDF3-4164-A927-E31C3CE3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2" y="4580573"/>
            <a:ext cx="2947892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Third supporting point with concise context</a:t>
            </a:r>
          </a:p>
        </p:txBody>
      </p:sp>
      <p:sp>
        <p:nvSpPr>
          <p:cNvPr id="10" name="editable-text-04-09">
            <a:extLst xmlns:a="http://schemas.openxmlformats.org/drawingml/2006/main">
              <a:ext uri="{FF2B5EF4-FFF2-40B4-BE49-F238E27FC236}">
                <a16:creationId xmlns:a16="http://schemas.microsoft.com/office/drawing/2014/main" id="{329274D8-EA9E-4E06-B29A-1461B801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21" y="3209449"/>
            <a:ext cx="1321403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AA0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9AA0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Image Placeholder</a:t>
            </a:r>
          </a:p>
        </p:txBody>
      </p:sp>
      <p:sp>
        <p:nvSpPr>
          <p:cNvPr id="11" name="editable-text-04-10">
            <a:extLst xmlns:a="http://schemas.openxmlformats.org/drawingml/2006/main">
              <a:ext uri="{FF2B5EF4-FFF2-40B4-BE49-F238E27FC236}">
                <a16:creationId xmlns:a16="http://schemas.microsoft.com/office/drawing/2014/main" id="{34227316-A035-4E5C-9982-140215BE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945" y="4382834"/>
            <a:ext cx="1428083" cy="1841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9AA0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9AA0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[Caption for image]</a:t>
            </a:r>
          </a:p>
        </p:txBody>
      </p:sp>
      <p:sp>
        <p:nvSpPr>
          <p:cNvPr id="12" name="editable-text-04-11">
            <a:extLst xmlns:a="http://schemas.openxmlformats.org/drawingml/2006/main">
              <a:ext uri="{FF2B5EF4-FFF2-40B4-BE49-F238E27FC236}">
                <a16:creationId xmlns:a16="http://schemas.microsoft.com/office/drawing/2014/main" id="{590EE70B-11A8-4EB2-8B08-126A03D3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16167506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55f2f304844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5-01">
            <a:extLst xmlns:a="http://schemas.openxmlformats.org/drawingml/2006/main">
              <a:ext uri="{FF2B5EF4-FFF2-40B4-BE49-F238E27FC236}">
                <a16:creationId xmlns:a16="http://schemas.microsoft.com/office/drawing/2014/main" id="{56233590-7676-4FD0-B0F2-DEB660D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169221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[Category] · [Metrics]</a:t>
            </a:r>
          </a:p>
        </p:txBody>
      </p:sp>
      <p:sp>
        <p:nvSpPr>
          <p:cNvPr id="3" name="editable-text-05-02">
            <a:extLst xmlns:a="http://schemas.openxmlformats.org/drawingml/2006/main">
              <a:ext uri="{FF2B5EF4-FFF2-40B4-BE49-F238E27FC236}">
                <a16:creationId xmlns:a16="http://schemas.microsoft.com/office/drawing/2014/main" id="{D83B9946-CD54-4CC9-B3FC-81B78DB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4" name="editable-text-05-03">
            <a:extLst xmlns:a="http://schemas.openxmlformats.org/drawingml/2006/main">
              <a:ext uri="{FF2B5EF4-FFF2-40B4-BE49-F238E27FC236}">
                <a16:creationId xmlns:a16="http://schemas.microsoft.com/office/drawing/2014/main" id="{8EB04562-7861-43F1-A007-01BB6002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1600"/>
            <a:ext cx="7727728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Three metrics that summarize the current state</a:t>
            </a:r>
          </a:p>
        </p:txBody>
      </p:sp>
      <p:sp>
        <p:nvSpPr>
          <p:cNvPr id="5" name="editable-text-05-04">
            <a:extLst xmlns:a="http://schemas.openxmlformats.org/drawingml/2006/main">
              <a:ext uri="{FF2B5EF4-FFF2-40B4-BE49-F238E27FC236}">
                <a16:creationId xmlns:a16="http://schemas.microsoft.com/office/drawing/2014/main" id="{4F221E9A-B788-4F21-BDEA-3E39EF34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4371"/>
            <a:ext cx="1387316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4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94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[X]%</a:t>
            </a:r>
          </a:p>
        </p:txBody>
      </p:sp>
      <p:sp>
        <p:nvSpPr>
          <p:cNvPr id="6" name="editable-text-05-05">
            <a:extLst xmlns:a="http://schemas.openxmlformats.org/drawingml/2006/main">
              <a:ext uri="{FF2B5EF4-FFF2-40B4-BE49-F238E27FC236}">
                <a16:creationId xmlns:a16="http://schemas.microsoft.com/office/drawing/2014/main" id="{A27159D0-ADF4-44AB-A169-EC0C1FE3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6863"/>
            <a:ext cx="2878360" cy="4380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Short description of the first metric and its meaning</a:t>
            </a:r>
          </a:p>
        </p:txBody>
      </p:sp>
      <p:sp>
        <p:nvSpPr>
          <p:cNvPr id="7" name="editable-text-05-06">
            <a:extLst xmlns:a="http://schemas.openxmlformats.org/drawingml/2006/main">
              <a:ext uri="{FF2B5EF4-FFF2-40B4-BE49-F238E27FC236}">
                <a16:creationId xmlns:a16="http://schemas.microsoft.com/office/drawing/2014/main" id="{08EF35FB-C0F2-4901-939D-58DF52E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7973"/>
            <a:ext cx="1331309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035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[Source] · [Date]</a:t>
            </a:r>
          </a:p>
        </p:txBody>
      </p:sp>
      <p:sp>
        <p:nvSpPr>
          <p:cNvPr id="8" name="editable-text-05-07">
            <a:extLst xmlns:a="http://schemas.openxmlformats.org/drawingml/2006/main">
              <a:ext uri="{FF2B5EF4-FFF2-40B4-BE49-F238E27FC236}">
                <a16:creationId xmlns:a16="http://schemas.microsoft.com/office/drawing/2014/main" id="{02BD93DA-E8D7-4EE7-8E01-2137189A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32" y="2964371"/>
            <a:ext cx="1145477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4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94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[Y]×</a:t>
            </a:r>
          </a:p>
        </p:txBody>
      </p:sp>
      <p:sp>
        <p:nvSpPr>
          <p:cNvPr id="9" name="editable-text-05-08">
            <a:extLst xmlns:a="http://schemas.openxmlformats.org/drawingml/2006/main">
              <a:ext uri="{FF2B5EF4-FFF2-40B4-BE49-F238E27FC236}">
                <a16:creationId xmlns:a16="http://schemas.microsoft.com/office/drawing/2014/main" id="{B25CB849-42F3-4857-850A-F004D81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32" y="3856863"/>
            <a:ext cx="3113627" cy="4380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Short description of the second metric and its meaning</a:t>
            </a:r>
          </a:p>
        </p:txBody>
      </p:sp>
      <p:sp>
        <p:nvSpPr>
          <p:cNvPr id="10" name="editable-text-05-09">
            <a:extLst xmlns:a="http://schemas.openxmlformats.org/drawingml/2006/main">
              <a:ext uri="{FF2B5EF4-FFF2-40B4-BE49-F238E27FC236}">
                <a16:creationId xmlns:a16="http://schemas.microsoft.com/office/drawing/2014/main" id="{DDC6ED90-249A-4C43-AFD7-063F6AB6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32" y="4357973"/>
            <a:ext cx="1407414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035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[Method or source]</a:t>
            </a:r>
          </a:p>
        </p:txBody>
      </p:sp>
      <p:sp>
        <p:nvSpPr>
          <p:cNvPr id="11" name="editable-text-05-10">
            <a:extLst xmlns:a="http://schemas.openxmlformats.org/drawingml/2006/main">
              <a:ext uri="{FF2B5EF4-FFF2-40B4-BE49-F238E27FC236}">
                <a16:creationId xmlns:a16="http://schemas.microsoft.com/office/drawing/2014/main" id="{B8FB2C3F-428F-4CE3-94AA-4824B4FF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68" y="2964371"/>
            <a:ext cx="770477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94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94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[Z]</a:t>
            </a:r>
          </a:p>
        </p:txBody>
      </p:sp>
      <p:sp>
        <p:nvSpPr>
          <p:cNvPr id="12" name="editable-text-05-11">
            <a:extLst xmlns:a="http://schemas.openxmlformats.org/drawingml/2006/main">
              <a:ext uri="{FF2B5EF4-FFF2-40B4-BE49-F238E27FC236}">
                <a16:creationId xmlns:a16="http://schemas.microsoft.com/office/drawing/2014/main" id="{3331F0BE-8C2F-4450-8621-725D8ECB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68" y="3856863"/>
            <a:ext cx="2932557" cy="4380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Short description of the third metric and its meaning</a:t>
            </a:r>
          </a:p>
        </p:txBody>
      </p:sp>
      <p:sp>
        <p:nvSpPr>
          <p:cNvPr id="13" name="editable-text-05-12">
            <a:extLst xmlns:a="http://schemas.openxmlformats.org/drawingml/2006/main">
              <a:ext uri="{FF2B5EF4-FFF2-40B4-BE49-F238E27FC236}">
                <a16:creationId xmlns:a16="http://schemas.microsoft.com/office/drawing/2014/main" id="{E424B21E-3BBA-492E-893E-81362C0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168" y="4357973"/>
            <a:ext cx="874871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035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[Benchmark]</a:t>
            </a:r>
          </a:p>
        </p:txBody>
      </p:sp>
      <p:sp>
        <p:nvSpPr>
          <p:cNvPr id="14" name="editable-text-05-13">
            <a:extLst xmlns:a="http://schemas.openxmlformats.org/drawingml/2006/main">
              <a:ext uri="{FF2B5EF4-FFF2-40B4-BE49-F238E27FC236}">
                <a16:creationId xmlns:a16="http://schemas.microsoft.com/office/drawing/2014/main" id="{57195212-5C6A-469B-B97B-B08E70A3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706533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30ff8d2ed45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6-01">
            <a:extLst xmlns:a="http://schemas.openxmlformats.org/drawingml/2006/main">
              <a:ext uri="{FF2B5EF4-FFF2-40B4-BE49-F238E27FC236}">
                <a16:creationId xmlns:a16="http://schemas.microsoft.com/office/drawing/2014/main" id="{E544413A-C2B0-4990-80AA-F175F89B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45" y="2303907"/>
            <a:ext cx="319088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40" b="0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8640" b="0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"</a:t>
            </a:r>
          </a:p>
        </p:txBody>
      </p:sp>
      <p:sp>
        <p:nvSpPr>
          <p:cNvPr id="3" name="editable-text-06-02">
            <a:extLst xmlns:a="http://schemas.openxmlformats.org/drawingml/2006/main">
              <a:ext uri="{FF2B5EF4-FFF2-40B4-BE49-F238E27FC236}">
                <a16:creationId xmlns:a16="http://schemas.microsoft.com/office/drawing/2014/main" id="{048E1E82-96B2-43D7-9D7F-BA63BD0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45" y="3435191"/>
            <a:ext cx="297180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 short pull quote or highlighted observation can sit here.</a:t>
            </a:r>
          </a:p>
        </p:txBody>
      </p:sp>
      <p:sp>
        <p:nvSpPr>
          <p:cNvPr id="4" name="editable-text-06-03">
            <a:extLst xmlns:a="http://schemas.openxmlformats.org/drawingml/2006/main">
              <a:ext uri="{FF2B5EF4-FFF2-40B4-BE49-F238E27FC236}">
                <a16:creationId xmlns:a16="http://schemas.microsoft.com/office/drawing/2014/main" id="{0B0A9884-C011-477F-BD6E-31B74089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45" y="3878009"/>
            <a:ext cx="101546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[Source Name]</a:t>
            </a:r>
          </a:p>
        </p:txBody>
      </p:sp>
      <p:sp>
        <p:nvSpPr>
          <p:cNvPr id="5" name="editable-text-06-04">
            <a:extLst xmlns:a="http://schemas.openxmlformats.org/drawingml/2006/main">
              <a:ext uri="{FF2B5EF4-FFF2-40B4-BE49-F238E27FC236}">
                <a16:creationId xmlns:a16="http://schemas.microsoft.com/office/drawing/2014/main" id="{8F96800D-C16F-4E8C-9B3D-E37788BF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45" y="4045553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[Source Role] · [Context]</a:t>
            </a:r>
          </a:p>
        </p:txBody>
      </p:sp>
    </p:spTree>
    <p:extLst>
      <p:ext uri="{BB962C8B-B14F-4D97-AF65-F5344CB8AC3E}">
        <p14:creationId xmlns:p14="http://schemas.microsoft.com/office/powerpoint/2010/main" val="104558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d6d2794a647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7-01">
            <a:extLst xmlns:a="http://schemas.openxmlformats.org/drawingml/2006/main">
              <a:ext uri="{FF2B5EF4-FFF2-40B4-BE49-F238E27FC236}">
                <a16:creationId xmlns:a16="http://schemas.microsoft.com/office/drawing/2014/main" id="{4B80F82C-27BE-48FE-9C30-15E28340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86515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[Framework]</a:t>
            </a:r>
          </a:p>
        </p:txBody>
      </p:sp>
      <p:sp>
        <p:nvSpPr>
          <p:cNvPr id="3" name="editable-text-07-02">
            <a:extLst xmlns:a="http://schemas.openxmlformats.org/drawingml/2006/main">
              <a:ext uri="{FF2B5EF4-FFF2-40B4-BE49-F238E27FC236}">
                <a16:creationId xmlns:a16="http://schemas.microsoft.com/office/drawing/2014/main" id="{35EEEDA6-554C-48F6-8E22-734AC648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4" name="editable-text-07-03">
            <a:extLst xmlns:a="http://schemas.openxmlformats.org/drawingml/2006/main">
              <a:ext uri="{FF2B5EF4-FFF2-40B4-BE49-F238E27FC236}">
                <a16:creationId xmlns:a16="http://schemas.microsoft.com/office/drawing/2014/main" id="{CB233B13-B92A-49BA-BF74-FB37A599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6173"/>
            <a:ext cx="109070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[Kicker Label]</a:t>
            </a:r>
          </a:p>
        </p:txBody>
      </p:sp>
      <p:sp>
        <p:nvSpPr>
          <p:cNvPr id="5" name="editable-text-07-04">
            <a:extLst xmlns:a="http://schemas.openxmlformats.org/drawingml/2006/main">
              <a:ext uri="{FF2B5EF4-FFF2-40B4-BE49-F238E27FC236}">
                <a16:creationId xmlns:a16="http://schemas.microsoft.com/office/drawing/2014/main" id="{47CA1829-660C-43AD-AF88-AD657CA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7063"/>
            <a:ext cx="3145250" cy="19675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Five principles that shape the recommended approach</a:t>
            </a:r>
          </a:p>
        </p:txBody>
      </p:sp>
      <p:sp>
        <p:nvSpPr>
          <p:cNvPr id="6" name="editable-text-07-05">
            <a:extLst xmlns:a="http://schemas.openxmlformats.org/drawingml/2006/main">
              <a:ext uri="{FF2B5EF4-FFF2-40B4-BE49-F238E27FC236}">
                <a16:creationId xmlns:a16="http://schemas.microsoft.com/office/drawing/2014/main" id="{B958E94D-BCD2-4E72-9F7C-C337958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5988"/>
            <a:ext cx="3841433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Use this sentence to introduce the list and clarify how the points should be read.</a:t>
            </a:r>
          </a:p>
        </p:txBody>
      </p:sp>
      <p:sp>
        <p:nvSpPr>
          <p:cNvPr id="7" name="editable-text-07-06">
            <a:extLst xmlns:a="http://schemas.openxmlformats.org/drawingml/2006/main">
              <a:ext uri="{FF2B5EF4-FFF2-40B4-BE49-F238E27FC236}">
                <a16:creationId xmlns:a16="http://schemas.microsoft.com/office/drawing/2014/main" id="{D9F1C08D-3814-4579-B0B4-C2050A22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807" y="2680526"/>
            <a:ext cx="246202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First principle written as a complete sentence</a:t>
            </a:r>
          </a:p>
        </p:txBody>
      </p:sp>
      <p:sp>
        <p:nvSpPr>
          <p:cNvPr id="8" name="editable-text-07-07">
            <a:extLst xmlns:a="http://schemas.openxmlformats.org/drawingml/2006/main">
              <a:ext uri="{FF2B5EF4-FFF2-40B4-BE49-F238E27FC236}">
                <a16:creationId xmlns:a16="http://schemas.microsoft.com/office/drawing/2014/main" id="{A878FEB5-6513-4C69-8C09-590046BB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807" y="3014186"/>
            <a:ext cx="2633758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Second principle written as a complete sentence</a:t>
            </a:r>
          </a:p>
        </p:txBody>
      </p:sp>
      <p:sp>
        <p:nvSpPr>
          <p:cNvPr id="9" name="editable-text-07-08">
            <a:extLst xmlns:a="http://schemas.openxmlformats.org/drawingml/2006/main">
              <a:ext uri="{FF2B5EF4-FFF2-40B4-BE49-F238E27FC236}">
                <a16:creationId xmlns:a16="http://schemas.microsoft.com/office/drawing/2014/main" id="{D7EB11A0-5734-454B-9801-D407B4F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807" y="3347847"/>
            <a:ext cx="2500789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Third principle written as a complete sentence</a:t>
            </a:r>
          </a:p>
        </p:txBody>
      </p:sp>
      <p:sp>
        <p:nvSpPr>
          <p:cNvPr id="10" name="editable-text-07-09">
            <a:extLst xmlns:a="http://schemas.openxmlformats.org/drawingml/2006/main">
              <a:ext uri="{FF2B5EF4-FFF2-40B4-BE49-F238E27FC236}">
                <a16:creationId xmlns:a16="http://schemas.microsoft.com/office/drawing/2014/main" id="{B0B80B27-85EC-4A71-9525-7787D43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807" y="3681508"/>
            <a:ext cx="2576417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Fourth principle written as a complete sentence</a:t>
            </a:r>
          </a:p>
        </p:txBody>
      </p:sp>
      <p:sp>
        <p:nvSpPr>
          <p:cNvPr id="11" name="editable-text-07-10">
            <a:extLst xmlns:a="http://schemas.openxmlformats.org/drawingml/2006/main">
              <a:ext uri="{FF2B5EF4-FFF2-40B4-BE49-F238E27FC236}">
                <a16:creationId xmlns:a16="http://schemas.microsoft.com/office/drawing/2014/main" id="{81EE0E53-607E-47DF-A703-4FE72D1B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807" y="4015169"/>
            <a:ext cx="246945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A203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Fifth principle written as a complete sentence</a:t>
            </a:r>
          </a:p>
        </p:txBody>
      </p:sp>
      <p:sp>
        <p:nvSpPr>
          <p:cNvPr id="12" name="editable-text-07-11">
            <a:extLst xmlns:a="http://schemas.openxmlformats.org/drawingml/2006/main">
              <a:ext uri="{FF2B5EF4-FFF2-40B4-BE49-F238E27FC236}">
                <a16:creationId xmlns:a16="http://schemas.microsoft.com/office/drawing/2014/main" id="{EB141C31-5993-488D-BCFD-A7939841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21384833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2849c89b140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8-01">
            <a:extLst xmlns:a="http://schemas.openxmlformats.org/drawingml/2006/main">
              <a:ext uri="{FF2B5EF4-FFF2-40B4-BE49-F238E27FC236}">
                <a16:creationId xmlns:a16="http://schemas.microsoft.com/office/drawing/2014/main" id="{C1865DD8-779A-4125-BE0C-4F6C3BA0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139141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[Before] · [After]</a:t>
            </a:r>
          </a:p>
        </p:txBody>
      </p:sp>
      <p:sp>
        <p:nvSpPr>
          <p:cNvPr id="3" name="editable-text-08-02">
            <a:extLst xmlns:a="http://schemas.openxmlformats.org/drawingml/2006/main">
              <a:ext uri="{FF2B5EF4-FFF2-40B4-BE49-F238E27FC236}">
                <a16:creationId xmlns:a16="http://schemas.microsoft.com/office/drawing/2014/main" id="{60857EB5-2159-4C9A-927B-2539AF02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sp>
        <p:nvSpPr>
          <p:cNvPr id="4" name="editable-text-08-03">
            <a:extLst xmlns:a="http://schemas.openxmlformats.org/drawingml/2006/main">
              <a:ext uri="{FF2B5EF4-FFF2-40B4-BE49-F238E27FC236}">
                <a16:creationId xmlns:a16="http://schemas.microsoft.com/office/drawing/2014/main" id="{2BC31C59-327B-4A3E-81AB-FF291CC0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8785"/>
            <a:ext cx="1233297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E2DCD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E2DCD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[Current State]</a:t>
            </a:r>
          </a:p>
        </p:txBody>
      </p:sp>
      <p:sp>
        <p:nvSpPr>
          <p:cNvPr id="5" name="editable-text-08-04">
            <a:extLst xmlns:a="http://schemas.openxmlformats.org/drawingml/2006/main">
              <a:ext uri="{FF2B5EF4-FFF2-40B4-BE49-F238E27FC236}">
                <a16:creationId xmlns:a16="http://schemas.microsoft.com/office/drawing/2014/main" id="{8DF9BAA8-C9F3-4F80-9D96-550379C7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5881"/>
            <a:ext cx="405688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Headline describing the current state</a:t>
            </a:r>
          </a:p>
        </p:txBody>
      </p:sp>
      <p:sp>
        <p:nvSpPr>
          <p:cNvPr id="6" name="editable-text-08-05">
            <a:extLst xmlns:a="http://schemas.openxmlformats.org/drawingml/2006/main">
              <a:ext uri="{FF2B5EF4-FFF2-40B4-BE49-F238E27FC236}">
                <a16:creationId xmlns:a16="http://schemas.microsoft.com/office/drawing/2014/main" id="{4B390435-82A0-439F-9055-8AE9B032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9660"/>
            <a:ext cx="436321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current approach, the friction it creates, and why it needs to change.</a:t>
            </a:r>
          </a:p>
        </p:txBody>
      </p:sp>
      <p:sp>
        <p:nvSpPr>
          <p:cNvPr id="7" name="editable-text-08-06">
            <a:extLst xmlns:a="http://schemas.openxmlformats.org/drawingml/2006/main">
              <a:ext uri="{FF2B5EF4-FFF2-40B4-BE49-F238E27FC236}">
                <a16:creationId xmlns:a16="http://schemas.microsoft.com/office/drawing/2014/main" id="{5448C95F-8B31-42F7-8226-791CE41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2" y="2189702"/>
            <a:ext cx="2550795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Current limitation or source of friction</a:t>
            </a:r>
          </a:p>
        </p:txBody>
      </p:sp>
      <p:sp>
        <p:nvSpPr>
          <p:cNvPr id="8" name="editable-text-08-07">
            <a:extLst xmlns:a="http://schemas.openxmlformats.org/drawingml/2006/main">
              <a:ext uri="{FF2B5EF4-FFF2-40B4-BE49-F238E27FC236}">
                <a16:creationId xmlns:a16="http://schemas.microsoft.com/office/drawing/2014/main" id="{68E51BA0-E494-4974-A9E7-CE0D124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2" y="2565368"/>
            <a:ext cx="2550795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Current limitation or source of friction</a:t>
            </a:r>
          </a:p>
        </p:txBody>
      </p:sp>
      <p:sp>
        <p:nvSpPr>
          <p:cNvPr id="9" name="editable-text-08-08">
            <a:extLst xmlns:a="http://schemas.openxmlformats.org/drawingml/2006/main">
              <a:ext uri="{FF2B5EF4-FFF2-40B4-BE49-F238E27FC236}">
                <a16:creationId xmlns:a16="http://schemas.microsoft.com/office/drawing/2014/main" id="{D9C73539-9CDE-4986-AFE9-E84CD49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12" y="2941129"/>
            <a:ext cx="2550795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Current limitation or source of friction</a:t>
            </a:r>
          </a:p>
        </p:txBody>
      </p:sp>
      <p:sp>
        <p:nvSpPr>
          <p:cNvPr id="10" name="editable-text-08-09">
            <a:extLst xmlns:a="http://schemas.openxmlformats.org/drawingml/2006/main">
              <a:ext uri="{FF2B5EF4-FFF2-40B4-BE49-F238E27FC236}">
                <a16:creationId xmlns:a16="http://schemas.microsoft.com/office/drawing/2014/main" id="{4B4EE9C1-501D-4744-9437-1E4EA795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878" y="948785"/>
            <a:ext cx="1313021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[Proposed State]</a:t>
            </a:r>
          </a:p>
        </p:txBody>
      </p:sp>
      <p:sp>
        <p:nvSpPr>
          <p:cNvPr id="11" name="editable-text-08-10">
            <a:extLst xmlns:a="http://schemas.openxmlformats.org/drawingml/2006/main">
              <a:ext uri="{FF2B5EF4-FFF2-40B4-BE49-F238E27FC236}">
                <a16:creationId xmlns:a16="http://schemas.microsoft.com/office/drawing/2014/main" id="{F1C44198-58A7-44AE-B464-B177C507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878" y="1335881"/>
            <a:ext cx="3698081" cy="710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Headline describing the proposed approach</a:t>
            </a:r>
          </a:p>
        </p:txBody>
      </p:sp>
      <p:sp>
        <p:nvSpPr>
          <p:cNvPr id="12" name="editable-text-08-11">
            <a:extLst xmlns:a="http://schemas.openxmlformats.org/drawingml/2006/main">
              <a:ext uri="{FF2B5EF4-FFF2-40B4-BE49-F238E27FC236}">
                <a16:creationId xmlns:a16="http://schemas.microsoft.com/office/drawing/2014/main" id="{1C1B8F4C-DEFD-407A-A3D6-579018A3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878" y="2179225"/>
            <a:ext cx="463867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improved approach, the behavior it enables, and the outcome it supports.</a:t>
            </a:r>
          </a:p>
        </p:txBody>
      </p:sp>
      <p:sp>
        <p:nvSpPr>
          <p:cNvPr id="13" name="editable-text-08-12">
            <a:extLst xmlns:a="http://schemas.openxmlformats.org/drawingml/2006/main">
              <a:ext uri="{FF2B5EF4-FFF2-40B4-BE49-F238E27FC236}">
                <a16:creationId xmlns:a16="http://schemas.microsoft.com/office/drawing/2014/main" id="{7E75DA07-B168-4418-8435-A6CC2748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289" y="2519267"/>
            <a:ext cx="246221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Expected improvement or capability</a:t>
            </a:r>
          </a:p>
        </p:txBody>
      </p:sp>
      <p:sp>
        <p:nvSpPr>
          <p:cNvPr id="14" name="editable-text-08-13">
            <a:extLst xmlns:a="http://schemas.openxmlformats.org/drawingml/2006/main">
              <a:ext uri="{FF2B5EF4-FFF2-40B4-BE49-F238E27FC236}">
                <a16:creationId xmlns:a16="http://schemas.microsoft.com/office/drawing/2014/main" id="{E03B45FC-C8BD-4ADB-B539-726F60A1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289" y="2895029"/>
            <a:ext cx="246221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Expected improvement or capability</a:t>
            </a:r>
          </a:p>
        </p:txBody>
      </p:sp>
      <p:sp>
        <p:nvSpPr>
          <p:cNvPr id="15" name="editable-text-08-14">
            <a:extLst xmlns:a="http://schemas.openxmlformats.org/drawingml/2006/main">
              <a:ext uri="{FF2B5EF4-FFF2-40B4-BE49-F238E27FC236}">
                <a16:creationId xmlns:a16="http://schemas.microsoft.com/office/drawing/2014/main" id="{8D1E905C-22E5-4825-8FAE-46DC585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289" y="3270790"/>
            <a:ext cx="246221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Expected improvement or capability</a:t>
            </a:r>
          </a:p>
        </p:txBody>
      </p:sp>
      <p:sp>
        <p:nvSpPr>
          <p:cNvPr id="16" name="editable-text-08-15">
            <a:extLst xmlns:a="http://schemas.openxmlformats.org/drawingml/2006/main">
              <a:ext uri="{FF2B5EF4-FFF2-40B4-BE49-F238E27FC236}">
                <a16:creationId xmlns:a16="http://schemas.microsoft.com/office/drawing/2014/main" id="{DB7FCCD6-4825-4CE0-839C-4BF50723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3558665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f8fd6cf5b45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9-01">
            <a:extLst xmlns:a="http://schemas.openxmlformats.org/drawingml/2006/main">
              <a:ext uri="{FF2B5EF4-FFF2-40B4-BE49-F238E27FC236}">
                <a16:creationId xmlns:a16="http://schemas.microsoft.com/office/drawing/2014/main" id="{2E4250DE-6864-40B1-A5B9-8ECC0DEB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101546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— § [Section]</a:t>
            </a:r>
          </a:p>
        </p:txBody>
      </p:sp>
      <p:sp>
        <p:nvSpPr>
          <p:cNvPr id="3" name="editable-text-09-02">
            <a:extLst xmlns:a="http://schemas.openxmlformats.org/drawingml/2006/main">
              <a:ext uri="{FF2B5EF4-FFF2-40B4-BE49-F238E27FC236}">
                <a16:creationId xmlns:a16="http://schemas.microsoft.com/office/drawing/2014/main" id="{791945B8-007C-41AD-AF62-7DEE9A89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833" y="383477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[Deck Name] · [Period] ·</a:t>
            </a:r>
          </a:p>
        </p:txBody>
      </p:sp>
      <p:sp>
        <p:nvSpPr>
          <p:cNvPr id="4" name="editable-text-09-03">
            <a:extLst xmlns:a="http://schemas.openxmlformats.org/drawingml/2006/main">
              <a:ext uri="{FF2B5EF4-FFF2-40B4-BE49-F238E27FC236}">
                <a16:creationId xmlns:a16="http://schemas.microsoft.com/office/drawing/2014/main" id="{2096E981-852C-4616-881D-75735817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496" y="383477"/>
            <a:ext cx="489204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[Year]</a:t>
            </a:r>
          </a:p>
        </p:txBody>
      </p:sp>
      <p:sp>
        <p:nvSpPr>
          <p:cNvPr id="5" name="editable-text-09-04">
            <a:extLst xmlns:a="http://schemas.openxmlformats.org/drawingml/2006/main">
              <a:ext uri="{FF2B5EF4-FFF2-40B4-BE49-F238E27FC236}">
                <a16:creationId xmlns:a16="http://schemas.microsoft.com/office/drawing/2014/main" id="{279C8AEC-AD81-414C-98DD-27B7422D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7335"/>
            <a:ext cx="725900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[Issue]</a:t>
            </a:r>
          </a:p>
        </p:txBody>
      </p:sp>
      <p:sp>
        <p:nvSpPr>
          <p:cNvPr id="6" name="editable-text-09-05">
            <a:extLst xmlns:a="http://schemas.openxmlformats.org/drawingml/2006/main">
              <a:ext uri="{FF2B5EF4-FFF2-40B4-BE49-F238E27FC236}">
                <a16:creationId xmlns:a16="http://schemas.microsoft.com/office/drawing/2014/main" id="{A99C6C85-47D7-47A0-A575-7B3C41C4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200" y="777335"/>
            <a:ext cx="296037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[N]</a:t>
            </a:r>
          </a:p>
        </p:txBody>
      </p:sp>
      <p:sp>
        <p:nvSpPr>
          <p:cNvPr id="7" name="editable-text-09-06">
            <a:extLst xmlns:a="http://schemas.openxmlformats.org/drawingml/2006/main">
              <a:ext uri="{FF2B5EF4-FFF2-40B4-BE49-F238E27FC236}">
                <a16:creationId xmlns:a16="http://schemas.microsoft.com/office/drawing/2014/main" id="{871BDBFF-0E8B-424F-A946-97DAEC45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137" y="777335"/>
            <a:ext cx="1499711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· [Review Label]</a:t>
            </a:r>
          </a:p>
        </p:txBody>
      </p:sp>
      <p:sp>
        <p:nvSpPr>
          <p:cNvPr id="8" name="editable-text-09-07">
            <a:extLst xmlns:a="http://schemas.openxmlformats.org/drawingml/2006/main">
              <a:ext uri="{FF2B5EF4-FFF2-40B4-BE49-F238E27FC236}">
                <a16:creationId xmlns:a16="http://schemas.microsoft.com/office/drawing/2014/main" id="{8BDD8093-7837-4099-BD07-4BA7635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5349"/>
            <a:ext cx="7975473" cy="5016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7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97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Editorial headline with one accented word for emphasis.</a:t>
            </a:r>
          </a:p>
        </p:txBody>
      </p:sp>
      <p:sp>
        <p:nvSpPr>
          <p:cNvPr id="9" name="editable-text-09-08">
            <a:extLst xmlns:a="http://schemas.openxmlformats.org/drawingml/2006/main">
              <a:ext uri="{FF2B5EF4-FFF2-40B4-BE49-F238E27FC236}">
                <a16:creationId xmlns:a16="http://schemas.microsoft.com/office/drawing/2014/main" id="{D5E4BB92-31DE-4952-A695-F8A3F7FA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7140"/>
            <a:ext cx="855917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[Sequence]</a:t>
            </a:r>
          </a:p>
        </p:txBody>
      </p:sp>
      <p:sp>
        <p:nvSpPr>
          <p:cNvPr id="10" name="editable-text-09-09">
            <a:extLst xmlns:a="http://schemas.openxmlformats.org/drawingml/2006/main">
              <a:ext uri="{FF2B5EF4-FFF2-40B4-BE49-F238E27FC236}">
                <a16:creationId xmlns:a16="http://schemas.microsoft.com/office/drawing/2014/main" id="{5897ECBA-C0A7-4845-A038-553D06E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0323"/>
            <a:ext cx="46482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[Date]</a:t>
            </a:r>
          </a:p>
        </p:txBody>
      </p:sp>
      <p:sp>
        <p:nvSpPr>
          <p:cNvPr id="11" name="editable-text-09-10">
            <a:extLst xmlns:a="http://schemas.openxmlformats.org/drawingml/2006/main">
              <a:ext uri="{FF2B5EF4-FFF2-40B4-BE49-F238E27FC236}">
                <a16:creationId xmlns:a16="http://schemas.microsoft.com/office/drawing/2014/main" id="{B26398FB-AD75-41B2-AFDA-9AE7019F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7655"/>
            <a:ext cx="282892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First event or observation appears. Short implication.</a:t>
            </a:r>
          </a:p>
        </p:txBody>
      </p:sp>
      <p:sp>
        <p:nvSpPr>
          <p:cNvPr id="12" name="editable-text-09-11">
            <a:extLst xmlns:a="http://schemas.openxmlformats.org/drawingml/2006/main">
              <a:ext uri="{FF2B5EF4-FFF2-40B4-BE49-F238E27FC236}">
                <a16:creationId xmlns:a16="http://schemas.microsoft.com/office/drawing/2014/main" id="{FF034DFF-04E7-4E3F-BE3B-3564E557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8546"/>
            <a:ext cx="46482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[Date]</a:t>
            </a:r>
          </a:p>
        </p:txBody>
      </p:sp>
      <p:sp>
        <p:nvSpPr>
          <p:cNvPr id="13" name="editable-text-09-12">
            <a:extLst xmlns:a="http://schemas.openxmlformats.org/drawingml/2006/main">
              <a:ext uri="{FF2B5EF4-FFF2-40B4-BE49-F238E27FC236}">
                <a16:creationId xmlns:a16="http://schemas.microsoft.com/office/drawing/2014/main" id="{0129A593-A319-423F-8A1E-B8364FB8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65877"/>
            <a:ext cx="3000661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Second event or observation appears. Short implication.</a:t>
            </a:r>
          </a:p>
        </p:txBody>
      </p:sp>
      <p:sp>
        <p:nvSpPr>
          <p:cNvPr id="14" name="editable-text-09-13">
            <a:extLst xmlns:a="http://schemas.openxmlformats.org/drawingml/2006/main">
              <a:ext uri="{FF2B5EF4-FFF2-40B4-BE49-F238E27FC236}">
                <a16:creationId xmlns:a16="http://schemas.microsoft.com/office/drawing/2014/main" id="{BA2FBB07-7EC8-4AC2-ACCE-9A56809C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6673"/>
            <a:ext cx="46482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[Date]</a:t>
            </a:r>
          </a:p>
        </p:txBody>
      </p:sp>
      <p:sp>
        <p:nvSpPr>
          <p:cNvPr id="15" name="editable-text-09-14">
            <a:extLst xmlns:a="http://schemas.openxmlformats.org/drawingml/2006/main">
              <a:ext uri="{FF2B5EF4-FFF2-40B4-BE49-F238E27FC236}">
                <a16:creationId xmlns:a16="http://schemas.microsoft.com/office/drawing/2014/main" id="{D298BC99-D4AD-453A-A68E-491E1829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005"/>
            <a:ext cx="286769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Third event or observation appears. Short implication.</a:t>
            </a:r>
          </a:p>
        </p:txBody>
      </p:sp>
      <p:sp>
        <p:nvSpPr>
          <p:cNvPr id="16" name="editable-text-09-15">
            <a:extLst xmlns:a="http://schemas.openxmlformats.org/drawingml/2006/main">
              <a:ext uri="{FF2B5EF4-FFF2-40B4-BE49-F238E27FC236}">
                <a16:creationId xmlns:a16="http://schemas.microsoft.com/office/drawing/2014/main" id="{C8DB3F15-4D6A-4C8E-9371-991D8536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4896"/>
            <a:ext cx="46482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[Date]</a:t>
            </a:r>
          </a:p>
        </p:txBody>
      </p:sp>
      <p:sp>
        <p:nvSpPr>
          <p:cNvPr id="17" name="editable-text-09-16">
            <a:extLst xmlns:a="http://schemas.openxmlformats.org/drawingml/2006/main">
              <a:ext uri="{FF2B5EF4-FFF2-40B4-BE49-F238E27FC236}">
                <a16:creationId xmlns:a16="http://schemas.microsoft.com/office/drawing/2014/main" id="{1A593F2D-3BCF-4A5E-BFF8-0D40583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2132"/>
            <a:ext cx="3393758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Fourth event adds context. A key pattern holds across the data.</a:t>
            </a:r>
          </a:p>
        </p:txBody>
      </p:sp>
      <p:sp>
        <p:nvSpPr>
          <p:cNvPr id="18" name="editable-text-09-17">
            <a:extLst xmlns:a="http://schemas.openxmlformats.org/drawingml/2006/main">
              <a:ext uri="{FF2B5EF4-FFF2-40B4-BE49-F238E27FC236}">
                <a16:creationId xmlns:a16="http://schemas.microsoft.com/office/drawing/2014/main" id="{B0460E4C-6AFC-4486-847D-E061933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3023"/>
            <a:ext cx="46482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[Date]</a:t>
            </a:r>
          </a:p>
        </p:txBody>
      </p:sp>
      <p:sp>
        <p:nvSpPr>
          <p:cNvPr id="19" name="editable-text-09-18">
            <a:extLst xmlns:a="http://schemas.openxmlformats.org/drawingml/2006/main">
              <a:ext uri="{FF2B5EF4-FFF2-40B4-BE49-F238E27FC236}">
                <a16:creationId xmlns:a16="http://schemas.microsoft.com/office/drawing/2014/main" id="{A2083777-231C-4A72-8C43-A348CFD4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40355"/>
            <a:ext cx="4230719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Fifth event confirms part of the hypothesis and challenges another assumption.</a:t>
            </a:r>
          </a:p>
        </p:txBody>
      </p:sp>
      <p:sp>
        <p:nvSpPr>
          <p:cNvPr id="20" name="editable-text-09-19">
            <a:extLst xmlns:a="http://schemas.openxmlformats.org/drawingml/2006/main">
              <a:ext uri="{FF2B5EF4-FFF2-40B4-BE49-F238E27FC236}">
                <a16:creationId xmlns:a16="http://schemas.microsoft.com/office/drawing/2014/main" id="{BA0F416D-4DFB-4097-A7D2-E1B1B5A3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1246"/>
            <a:ext cx="46482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[Date]</a:t>
            </a:r>
          </a:p>
        </p:txBody>
      </p:sp>
      <p:sp>
        <p:nvSpPr>
          <p:cNvPr id="21" name="editable-text-09-20">
            <a:extLst xmlns:a="http://schemas.openxmlformats.org/drawingml/2006/main">
              <a:ext uri="{FF2B5EF4-FFF2-40B4-BE49-F238E27FC236}">
                <a16:creationId xmlns:a16="http://schemas.microsoft.com/office/drawing/2014/main" id="{020DCBA0-4AB4-4020-814E-9C1F4FB1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8483"/>
            <a:ext cx="337937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Final event closes the sequence and clarifies the next question.</a:t>
            </a:r>
          </a:p>
        </p:txBody>
      </p:sp>
      <p:sp>
        <p:nvSpPr>
          <p:cNvPr id="22" name="editable-text-09-21">
            <a:extLst xmlns:a="http://schemas.openxmlformats.org/drawingml/2006/main">
              <a:ext uri="{FF2B5EF4-FFF2-40B4-BE49-F238E27FC236}">
                <a16:creationId xmlns:a16="http://schemas.microsoft.com/office/drawing/2014/main" id="{1537C002-FC38-4312-A5FB-B955D9AA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17" y="1497140"/>
            <a:ext cx="1183005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[Key Readings]</a:t>
            </a:r>
          </a:p>
        </p:txBody>
      </p:sp>
      <p:sp>
        <p:nvSpPr>
          <p:cNvPr id="23" name="editable-text-09-22">
            <a:extLst xmlns:a="http://schemas.openxmlformats.org/drawingml/2006/main">
              <a:ext uri="{FF2B5EF4-FFF2-40B4-BE49-F238E27FC236}">
                <a16:creationId xmlns:a16="http://schemas.microsoft.com/office/drawing/2014/main" id="{7BBE0F80-641F-4003-8BF3-D1FCA48C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17" y="2016919"/>
            <a:ext cx="654463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[A]%</a:t>
            </a:r>
          </a:p>
        </p:txBody>
      </p:sp>
      <p:sp>
        <p:nvSpPr>
          <p:cNvPr id="24" name="editable-text-09-23">
            <a:extLst xmlns:a="http://schemas.openxmlformats.org/drawingml/2006/main">
              <a:ext uri="{FF2B5EF4-FFF2-40B4-BE49-F238E27FC236}">
                <a16:creationId xmlns:a16="http://schemas.microsoft.com/office/drawing/2014/main" id="{FD9AE4DE-6427-4AFD-BB95-65B82788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17" y="2419160"/>
            <a:ext cx="1808036" cy="305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Metric label · [Segment] · [Period]</a:t>
            </a:r>
          </a:p>
        </p:txBody>
      </p:sp>
      <p:sp>
        <p:nvSpPr>
          <p:cNvPr id="25" name="editable-text-09-24">
            <a:extLst xmlns:a="http://schemas.openxmlformats.org/drawingml/2006/main">
              <a:ext uri="{FF2B5EF4-FFF2-40B4-BE49-F238E27FC236}">
                <a16:creationId xmlns:a16="http://schemas.microsoft.com/office/drawing/2014/main" id="{4E29D89C-2523-4C22-8A82-0AD09BAF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887" y="2016919"/>
            <a:ext cx="53340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[B]x</a:t>
            </a:r>
          </a:p>
        </p:txBody>
      </p:sp>
      <p:sp>
        <p:nvSpPr>
          <p:cNvPr id="26" name="editable-text-09-25">
            <a:extLst xmlns:a="http://schemas.openxmlformats.org/drawingml/2006/main">
              <a:ext uri="{FF2B5EF4-FFF2-40B4-BE49-F238E27FC236}">
                <a16:creationId xmlns:a16="http://schemas.microsoft.com/office/drawing/2014/main" id="{92D6B70C-543D-4A9B-92D2-FC4C823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887" y="2419160"/>
            <a:ext cx="1876139" cy="305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Metric label vs. comparison period</a:t>
            </a:r>
          </a:p>
        </p:txBody>
      </p:sp>
      <p:sp>
        <p:nvSpPr>
          <p:cNvPr id="27" name="editable-text-09-26">
            <a:extLst xmlns:a="http://schemas.openxmlformats.org/drawingml/2006/main">
              <a:ext uri="{FF2B5EF4-FFF2-40B4-BE49-F238E27FC236}">
                <a16:creationId xmlns:a16="http://schemas.microsoft.com/office/drawing/2014/main" id="{A1B92B42-7A08-443D-94C1-76AA462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17" y="2833783"/>
            <a:ext cx="689801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[C]pt</a:t>
            </a:r>
          </a:p>
        </p:txBody>
      </p:sp>
      <p:sp>
        <p:nvSpPr>
          <p:cNvPr id="28" name="editable-text-09-27">
            <a:extLst xmlns:a="http://schemas.openxmlformats.org/drawingml/2006/main">
              <a:ext uri="{FF2B5EF4-FFF2-40B4-BE49-F238E27FC236}">
                <a16:creationId xmlns:a16="http://schemas.microsoft.com/office/drawing/2014/main" id="{84DBC83F-73B5-4EB3-8AD2-96E1918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17" y="3236024"/>
            <a:ext cx="167182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Metric label · [Segment]</a:t>
            </a:r>
          </a:p>
        </p:txBody>
      </p:sp>
      <p:sp>
        <p:nvSpPr>
          <p:cNvPr id="29" name="editable-text-09-28">
            <a:extLst xmlns:a="http://schemas.openxmlformats.org/drawingml/2006/main">
              <a:ext uri="{FF2B5EF4-FFF2-40B4-BE49-F238E27FC236}">
                <a16:creationId xmlns:a16="http://schemas.microsoft.com/office/drawing/2014/main" id="{13BB5AC3-524E-439B-AB3F-B49849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887" y="2833783"/>
            <a:ext cx="573691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+[D]</a:t>
            </a:r>
          </a:p>
        </p:txBody>
      </p:sp>
      <p:sp>
        <p:nvSpPr>
          <p:cNvPr id="30" name="editable-text-09-29">
            <a:extLst xmlns:a="http://schemas.openxmlformats.org/drawingml/2006/main">
              <a:ext uri="{FF2B5EF4-FFF2-40B4-BE49-F238E27FC236}">
                <a16:creationId xmlns:a16="http://schemas.microsoft.com/office/drawing/2014/main" id="{55040136-F718-4B76-A2C6-44EFA65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887" y="3236024"/>
            <a:ext cx="1808036" cy="3052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Net change across selected group</a:t>
            </a:r>
          </a:p>
        </p:txBody>
      </p:sp>
      <p:sp>
        <p:nvSpPr>
          <p:cNvPr id="31" name="editable-text-09-30">
            <a:extLst xmlns:a="http://schemas.openxmlformats.org/drawingml/2006/main">
              <a:ext uri="{FF2B5EF4-FFF2-40B4-BE49-F238E27FC236}">
                <a16:creationId xmlns:a16="http://schemas.microsoft.com/office/drawing/2014/main" id="{7D7A6989-B195-4268-9F75-68761733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0457"/>
            <a:ext cx="5990558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Use this analysis line to synthesize the sequence above. Explain what changed, why it matters, and what decision should follow.</a:t>
            </a:r>
          </a:p>
        </p:txBody>
      </p:sp>
      <p:sp>
        <p:nvSpPr>
          <p:cNvPr id="32" name="editable-text-09-31">
            <a:extLst xmlns:a="http://schemas.openxmlformats.org/drawingml/2006/main">
              <a:ext uri="{FF2B5EF4-FFF2-40B4-BE49-F238E27FC236}">
                <a16:creationId xmlns:a16="http://schemas.microsoft.com/office/drawing/2014/main" id="{44E35BAC-3BCE-4F80-804F-00E4A11E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439883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Sources: [Source A] · [Source B] · [Source C] · [Source D]</a:t>
            </a:r>
          </a:p>
        </p:txBody>
      </p:sp>
      <p:sp>
        <p:nvSpPr>
          <p:cNvPr id="33" name="editable-text-09-32">
            <a:extLst xmlns:a="http://schemas.openxmlformats.org/drawingml/2006/main">
              <a:ext uri="{FF2B5EF4-FFF2-40B4-BE49-F238E27FC236}">
                <a16:creationId xmlns:a16="http://schemas.microsoft.com/office/drawing/2014/main" id="{71D76039-D4FF-4A21-991D-63EDD0A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10673245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2f79fe89647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0-01">
            <a:extLst xmlns:a="http://schemas.openxmlformats.org/drawingml/2006/main">
              <a:ext uri="{FF2B5EF4-FFF2-40B4-BE49-F238E27FC236}">
                <a16:creationId xmlns:a16="http://schemas.microsoft.com/office/drawing/2014/main" id="{F43E70FA-E333-4667-862D-4C66BB4C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86515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[Deep Dive]</a:t>
            </a:r>
          </a:p>
        </p:txBody>
      </p:sp>
      <p:sp>
        <p:nvSpPr>
          <p:cNvPr id="3" name="editable-text-10-02">
            <a:extLst xmlns:a="http://schemas.openxmlformats.org/drawingml/2006/main">
              <a:ext uri="{FF2B5EF4-FFF2-40B4-BE49-F238E27FC236}">
                <a16:creationId xmlns:a16="http://schemas.microsoft.com/office/drawing/2014/main" id="{78C06C2E-DAD8-4D37-A22B-7C8AD90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4" name="editable-text-10-03">
            <a:extLst xmlns:a="http://schemas.openxmlformats.org/drawingml/2006/main">
              <a:ext uri="{FF2B5EF4-FFF2-40B4-BE49-F238E27FC236}">
                <a16:creationId xmlns:a16="http://schemas.microsoft.com/office/drawing/2014/main" id="{EF4720AF-D32E-4BAF-94C1-E8C810A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1999"/>
            <a:ext cx="64940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9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59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Long-form headline that frames the central tradeoff</a:t>
            </a:r>
          </a:p>
        </p:txBody>
      </p:sp>
      <p:sp>
        <p:nvSpPr>
          <p:cNvPr id="5" name="editable-text-10-04">
            <a:extLst xmlns:a="http://schemas.openxmlformats.org/drawingml/2006/main">
              <a:ext uri="{FF2B5EF4-FFF2-40B4-BE49-F238E27FC236}">
                <a16:creationId xmlns:a16="http://schemas.microsoft.com/office/drawing/2014/main" id="{3043327E-7B63-4F50-93E4-9A2355EA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77708"/>
            <a:ext cx="994315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1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[Argument A]</a:t>
            </a:r>
          </a:p>
        </p:txBody>
      </p:sp>
      <p:sp>
        <p:nvSpPr>
          <p:cNvPr id="6" name="editable-text-10-05">
            <a:extLst xmlns:a="http://schemas.openxmlformats.org/drawingml/2006/main">
              <a:ext uri="{FF2B5EF4-FFF2-40B4-BE49-F238E27FC236}">
                <a16:creationId xmlns:a16="http://schemas.microsoft.com/office/drawing/2014/main" id="{9D5334C8-0A1C-4C84-BD3F-2352E6AE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8224"/>
            <a:ext cx="4882515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Use this paragraph to explain the first side of the argument. Include one emphasized phrase when a key idea needs extra weight.</a:t>
            </a:r>
          </a:p>
        </p:txBody>
      </p:sp>
      <p:sp>
        <p:nvSpPr>
          <p:cNvPr id="7" name="editable-text-10-06">
            <a:extLst xmlns:a="http://schemas.openxmlformats.org/drawingml/2006/main">
              <a:ext uri="{FF2B5EF4-FFF2-40B4-BE49-F238E27FC236}">
                <a16:creationId xmlns:a16="http://schemas.microsoft.com/office/drawing/2014/main" id="{9CCA6F2A-AECA-4981-BFD2-49A9184A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8657"/>
            <a:ext cx="4974812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Add a second paragraph with supporting evidence, operational detail, or a short example that strengthens the case.</a:t>
            </a:r>
          </a:p>
        </p:txBody>
      </p:sp>
      <p:sp>
        <p:nvSpPr>
          <p:cNvPr id="8" name="editable-text-10-07">
            <a:extLst xmlns:a="http://schemas.openxmlformats.org/drawingml/2006/main">
              <a:ext uri="{FF2B5EF4-FFF2-40B4-BE49-F238E27FC236}">
                <a16:creationId xmlns:a16="http://schemas.microsoft.com/office/drawing/2014/main" id="{9940BC8A-1E51-4870-A469-7835EE0C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95"/>
            <a:ext cx="5088636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Close the column with the implication. Make the logic clear enough that the reader understands the recommended action.</a:t>
            </a:r>
          </a:p>
        </p:txBody>
      </p:sp>
      <p:sp>
        <p:nvSpPr>
          <p:cNvPr id="9" name="editable-text-10-08">
            <a:extLst xmlns:a="http://schemas.openxmlformats.org/drawingml/2006/main">
              <a:ext uri="{FF2B5EF4-FFF2-40B4-BE49-F238E27FC236}">
                <a16:creationId xmlns:a16="http://schemas.microsoft.com/office/drawing/2014/main" id="{3F0117A0-46E2-464F-9B83-1AA07F38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053" y="1477708"/>
            <a:ext cx="994315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30" b="1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[Argument B]</a:t>
            </a:r>
          </a:p>
        </p:txBody>
      </p:sp>
      <p:sp>
        <p:nvSpPr>
          <p:cNvPr id="10" name="editable-text-10-09">
            <a:extLst xmlns:a="http://schemas.openxmlformats.org/drawingml/2006/main">
              <a:ext uri="{FF2B5EF4-FFF2-40B4-BE49-F238E27FC236}">
                <a16:creationId xmlns:a16="http://schemas.microsoft.com/office/drawing/2014/main" id="{D0FC55A5-9E4D-45F4-AE5E-EBE9466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053" y="1788224"/>
            <a:ext cx="4690396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Use this paragraph to explain the second side of the argument. Highlight the contrasting principle with an emphasized phrase.</a:t>
            </a:r>
          </a:p>
        </p:txBody>
      </p:sp>
      <p:sp>
        <p:nvSpPr>
          <p:cNvPr id="11" name="editable-text-10-10">
            <a:extLst xmlns:a="http://schemas.openxmlformats.org/drawingml/2006/main">
              <a:ext uri="{FF2B5EF4-FFF2-40B4-BE49-F238E27FC236}">
                <a16:creationId xmlns:a16="http://schemas.microsoft.com/office/drawing/2014/main" id="{626CF327-0491-45F4-971B-743CB92A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053" y="2208657"/>
            <a:ext cx="4685919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Add a second paragraph with supporting detail. This column should feel like a deliberate counterweight to the first column.</a:t>
            </a:r>
          </a:p>
        </p:txBody>
      </p:sp>
      <p:sp>
        <p:nvSpPr>
          <p:cNvPr id="12" name="editable-text-10-11">
            <a:extLst xmlns:a="http://schemas.openxmlformats.org/drawingml/2006/main">
              <a:ext uri="{FF2B5EF4-FFF2-40B4-BE49-F238E27FC236}">
                <a16:creationId xmlns:a16="http://schemas.microsoft.com/office/drawing/2014/main" id="{37639B99-8270-49F9-AB3C-A0C5403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053" y="2628995"/>
            <a:ext cx="5169503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Close with the practical takeaway, linking the argument back to the decision the deck is meant to support.</a:t>
            </a:r>
          </a:p>
        </p:txBody>
      </p:sp>
      <p:sp>
        <p:nvSpPr>
          <p:cNvPr id="13" name="editable-text-10-12">
            <a:extLst xmlns:a="http://schemas.openxmlformats.org/drawingml/2006/main">
              <a:ext uri="{FF2B5EF4-FFF2-40B4-BE49-F238E27FC236}">
                <a16:creationId xmlns:a16="http://schemas.microsoft.com/office/drawing/2014/main" id="{99B1BFD9-A7D1-4BE7-88D3-9E250FD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2068163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[Analysis Label] · [Period]</a:t>
            </a:r>
          </a:p>
        </p:txBody>
      </p:sp>
      <p:sp>
        <p:nvSpPr>
          <p:cNvPr id="14" name="editable-text-10-13">
            <a:extLst xmlns:a="http://schemas.openxmlformats.org/drawingml/2006/main">
              <a:ext uri="{FF2B5EF4-FFF2-40B4-BE49-F238E27FC236}">
                <a16:creationId xmlns:a16="http://schemas.microsoft.com/office/drawing/2014/main" id="{DC2822A9-B571-4E14-A97C-1445C4F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4207028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ddfed36d84f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1-01">
            <a:extLst xmlns:a="http://schemas.openxmlformats.org/drawingml/2006/main">
              <a:ext uri="{FF2B5EF4-FFF2-40B4-BE49-F238E27FC236}">
                <a16:creationId xmlns:a16="http://schemas.microsoft.com/office/drawing/2014/main" id="{E7122A15-BB02-4020-B984-91C94183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101546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[Perspective]</a:t>
            </a:r>
          </a:p>
        </p:txBody>
      </p:sp>
      <p:sp>
        <p:nvSpPr>
          <p:cNvPr id="3" name="editable-text-11-02">
            <a:extLst xmlns:a="http://schemas.openxmlformats.org/drawingml/2006/main">
              <a:ext uri="{FF2B5EF4-FFF2-40B4-BE49-F238E27FC236}">
                <a16:creationId xmlns:a16="http://schemas.microsoft.com/office/drawing/2014/main" id="{0463471F-F5E8-4037-9977-FD8E17B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4" name="editable-text-11-03">
            <a:extLst xmlns:a="http://schemas.openxmlformats.org/drawingml/2006/main">
              <a:ext uri="{FF2B5EF4-FFF2-40B4-BE49-F238E27FC236}">
                <a16:creationId xmlns:a16="http://schemas.microsoft.com/office/drawing/2014/main" id="{81FCF1CE-BE11-482B-9501-951001DD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3717"/>
            <a:ext cx="109070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[Kicker Label]</a:t>
            </a:r>
          </a:p>
        </p:txBody>
      </p:sp>
      <p:sp>
        <p:nvSpPr>
          <p:cNvPr id="5" name="editable-text-11-04">
            <a:extLst xmlns:a="http://schemas.openxmlformats.org/drawingml/2006/main">
              <a:ext uri="{FF2B5EF4-FFF2-40B4-BE49-F238E27FC236}">
                <a16:creationId xmlns:a16="http://schemas.microsoft.com/office/drawing/2014/main" id="{33865D0D-D5DF-48C8-85EB-8EAC4EA4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1575"/>
            <a:ext cx="6585490" cy="30401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 second statement slide can reinforce the argument with a sharper closing line.</a:t>
            </a:r>
          </a:p>
        </p:txBody>
      </p:sp>
      <p:sp>
        <p:nvSpPr>
          <p:cNvPr id="6" name="editable-text-11-05">
            <a:extLst xmlns:a="http://schemas.openxmlformats.org/drawingml/2006/main">
              <a:ext uri="{FF2B5EF4-FFF2-40B4-BE49-F238E27FC236}">
                <a16:creationId xmlns:a16="http://schemas.microsoft.com/office/drawing/2014/main" id="{60A4A9AE-D7A1-4D80-87E5-C8248E2D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346363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eb419dfe84e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2-01">
            <a:extLst xmlns:a="http://schemas.openxmlformats.org/drawingml/2006/main">
              <a:ext uri="{FF2B5EF4-FFF2-40B4-BE49-F238E27FC236}">
                <a16:creationId xmlns:a16="http://schemas.microsoft.com/office/drawing/2014/main" id="{61FCA170-F215-4FA5-BB21-C742F0BB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7198"/>
            <a:ext cx="109070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</a:t>
            </a:r>
          </a:p>
        </p:txBody>
      </p:sp>
      <p:sp>
        <p:nvSpPr>
          <p:cNvPr id="3" name="editable-text-12-02">
            <a:extLst xmlns:a="http://schemas.openxmlformats.org/drawingml/2006/main">
              <a:ext uri="{FF2B5EF4-FFF2-40B4-BE49-F238E27FC236}">
                <a16:creationId xmlns:a16="http://schemas.microsoft.com/office/drawing/2014/main" id="{8EB5F15A-6B4D-4F92-A39A-CB2CBB36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5056"/>
            <a:ext cx="5633752" cy="23358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775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Closing headline with one emphasized phrase.</a:t>
            </a:r>
          </a:p>
        </p:txBody>
      </p:sp>
      <p:sp>
        <p:nvSpPr>
          <p:cNvPr id="4" name="editable-text-12-03">
            <a:extLst xmlns:a="http://schemas.openxmlformats.org/drawingml/2006/main">
              <a:ext uri="{FF2B5EF4-FFF2-40B4-BE49-F238E27FC236}">
                <a16:creationId xmlns:a16="http://schemas.microsoft.com/office/drawing/2014/main" id="{9F0BF507-D1BF-4C2C-BB48-B7FE549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4782"/>
            <a:ext cx="3098197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[Author Name] · [email@example.com] · [website.example]</a:t>
            </a:r>
          </a:p>
        </p:txBody>
      </p:sp>
    </p:spTree>
    <p:extLst>
      <p:ext uri="{BB962C8B-B14F-4D97-AF65-F5344CB8AC3E}">
        <p14:creationId xmlns:p14="http://schemas.microsoft.com/office/powerpoint/2010/main" val="14527087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938e3953044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3-01">
            <a:extLst xmlns:a="http://schemas.openxmlformats.org/drawingml/2006/main">
              <a:ext uri="{FF2B5EF4-FFF2-40B4-BE49-F238E27FC236}">
                <a16:creationId xmlns:a16="http://schemas.microsoft.com/office/drawing/2014/main" id="{5AE27B0F-9CD5-43D0-9CED-3B497CC0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86515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§ [Metrics]</a:t>
            </a:r>
          </a:p>
        </p:txBody>
      </p:sp>
      <p:sp>
        <p:nvSpPr>
          <p:cNvPr id="3" name="editable-text-13-02">
            <a:extLst xmlns:a="http://schemas.openxmlformats.org/drawingml/2006/main">
              <a:ext uri="{FF2B5EF4-FFF2-40B4-BE49-F238E27FC236}">
                <a16:creationId xmlns:a16="http://schemas.microsoft.com/office/drawing/2014/main" id="{D19AA3A3-4B68-4C28-BA10-EE474B92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4" name="editable-text-13-03">
            <a:extLst xmlns:a="http://schemas.openxmlformats.org/drawingml/2006/main">
              <a:ext uri="{FF2B5EF4-FFF2-40B4-BE49-F238E27FC236}">
                <a16:creationId xmlns:a16="http://schemas.microsoft.com/office/drawing/2014/main" id="{93EBB3EC-F2F6-475F-9EAE-9F0CF69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2949"/>
            <a:ext cx="4882896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Chart headline with emphasis</a:t>
            </a:r>
          </a:p>
        </p:txBody>
      </p:sp>
      <p:sp>
        <p:nvSpPr>
          <p:cNvPr id="5" name="editable-text-13-04">
            <a:extLst xmlns:a="http://schemas.openxmlformats.org/drawingml/2006/main">
              <a:ext uri="{FF2B5EF4-FFF2-40B4-BE49-F238E27FC236}">
                <a16:creationId xmlns:a16="http://schemas.microsoft.com/office/drawing/2014/main" id="{12BE6A05-1D86-4BD6-AC63-833D2A5F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221" y="1037749"/>
            <a:ext cx="1163479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[Unit] · [Scope] · [Period]</a:t>
            </a:r>
          </a:p>
        </p:txBody>
      </p:sp>
      <p:sp>
        <p:nvSpPr>
          <p:cNvPr id="6" name="editable-text-13-05">
            <a:extLst xmlns:a="http://schemas.openxmlformats.org/drawingml/2006/main">
              <a:ext uri="{FF2B5EF4-FFF2-40B4-BE49-F238E27FC236}">
                <a16:creationId xmlns:a16="http://schemas.microsoft.com/office/drawing/2014/main" id="{DF0BB94F-98D8-46B0-8873-29B4AC7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7" y="4595336"/>
            <a:ext cx="19126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[A]</a:t>
            </a:r>
          </a:p>
        </p:txBody>
      </p:sp>
      <p:sp>
        <p:nvSpPr>
          <p:cNvPr id="7" name="editable-text-13-06">
            <a:extLst xmlns:a="http://schemas.openxmlformats.org/drawingml/2006/main">
              <a:ext uri="{FF2B5EF4-FFF2-40B4-BE49-F238E27FC236}">
                <a16:creationId xmlns:a16="http://schemas.microsoft.com/office/drawing/2014/main" id="{787777FB-76ED-45BA-93BD-F88F8899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7" y="5518118"/>
            <a:ext cx="322707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[T1]</a:t>
            </a:r>
          </a:p>
        </p:txBody>
      </p:sp>
      <p:sp>
        <p:nvSpPr>
          <p:cNvPr id="8" name="editable-text-13-07">
            <a:extLst xmlns:a="http://schemas.openxmlformats.org/drawingml/2006/main">
              <a:ext uri="{FF2B5EF4-FFF2-40B4-BE49-F238E27FC236}">
                <a16:creationId xmlns:a16="http://schemas.microsoft.com/office/drawing/2014/main" id="{9C9FD9F5-26A7-4532-A684-7EC90BAD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392" y="4252436"/>
            <a:ext cx="183833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[B]</a:t>
            </a:r>
          </a:p>
        </p:txBody>
      </p:sp>
      <p:sp>
        <p:nvSpPr>
          <p:cNvPr id="9" name="editable-text-13-08">
            <a:extLst xmlns:a="http://schemas.openxmlformats.org/drawingml/2006/main">
              <a:ext uri="{FF2B5EF4-FFF2-40B4-BE49-F238E27FC236}">
                <a16:creationId xmlns:a16="http://schemas.microsoft.com/office/drawing/2014/main" id="{D737927D-94C1-42EE-B617-34D807F7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392" y="5518118"/>
            <a:ext cx="322707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[T2]</a:t>
            </a:r>
          </a:p>
        </p:txBody>
      </p:sp>
      <p:sp>
        <p:nvSpPr>
          <p:cNvPr id="10" name="editable-text-13-09">
            <a:extLst xmlns:a="http://schemas.openxmlformats.org/drawingml/2006/main">
              <a:ext uri="{FF2B5EF4-FFF2-40B4-BE49-F238E27FC236}">
                <a16:creationId xmlns:a16="http://schemas.microsoft.com/office/drawing/2014/main" id="{6500CFCC-6149-4ED4-8144-734C80A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138" y="3840861"/>
            <a:ext cx="196691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[C]</a:t>
            </a:r>
          </a:p>
        </p:txBody>
      </p:sp>
      <p:sp>
        <p:nvSpPr>
          <p:cNvPr id="11" name="editable-text-13-10">
            <a:extLst xmlns:a="http://schemas.openxmlformats.org/drawingml/2006/main">
              <a:ext uri="{FF2B5EF4-FFF2-40B4-BE49-F238E27FC236}">
                <a16:creationId xmlns:a16="http://schemas.microsoft.com/office/drawing/2014/main" id="{5CBBC1BD-3D83-49E3-B9B8-EB450E5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138" y="5518118"/>
            <a:ext cx="322707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[T3]</a:t>
            </a:r>
          </a:p>
        </p:txBody>
      </p:sp>
      <p:sp>
        <p:nvSpPr>
          <p:cNvPr id="12" name="editable-text-13-11">
            <a:extLst xmlns:a="http://schemas.openxmlformats.org/drawingml/2006/main">
              <a:ext uri="{FF2B5EF4-FFF2-40B4-BE49-F238E27FC236}">
                <a16:creationId xmlns:a16="http://schemas.microsoft.com/office/drawing/2014/main" id="{D2E9660E-DB00-450F-A401-A69608B8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789" y="3594640"/>
            <a:ext cx="193453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[D]</a:t>
            </a:r>
          </a:p>
        </p:txBody>
      </p:sp>
      <p:sp>
        <p:nvSpPr>
          <p:cNvPr id="13" name="editable-text-13-12">
            <a:extLst xmlns:a="http://schemas.openxmlformats.org/drawingml/2006/main">
              <a:ext uri="{FF2B5EF4-FFF2-40B4-BE49-F238E27FC236}">
                <a16:creationId xmlns:a16="http://schemas.microsoft.com/office/drawing/2014/main" id="{F17AF304-E6F4-43F2-8CEB-0C42ADF9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789" y="5518118"/>
            <a:ext cx="322707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[T4]</a:t>
            </a:r>
          </a:p>
        </p:txBody>
      </p:sp>
      <p:sp>
        <p:nvSpPr>
          <p:cNvPr id="14" name="editable-text-13-13">
            <a:extLst xmlns:a="http://schemas.openxmlformats.org/drawingml/2006/main">
              <a:ext uri="{FF2B5EF4-FFF2-40B4-BE49-F238E27FC236}">
                <a16:creationId xmlns:a16="http://schemas.microsoft.com/office/drawing/2014/main" id="{A2354C3D-A3D4-448C-A3B9-D76A4D1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534" y="3594640"/>
            <a:ext cx="185261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C8A8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1">
                <a:solidFill>
                  <a:srgbClr val="C8A8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[E]</a:t>
            </a:r>
          </a:p>
        </p:txBody>
      </p:sp>
      <p:sp>
        <p:nvSpPr>
          <p:cNvPr id="15" name="editable-text-13-14">
            <a:extLst xmlns:a="http://schemas.openxmlformats.org/drawingml/2006/main">
              <a:ext uri="{FF2B5EF4-FFF2-40B4-BE49-F238E27FC236}">
                <a16:creationId xmlns:a16="http://schemas.microsoft.com/office/drawing/2014/main" id="{E0CAAFCA-776D-4E40-B36A-2DB5C95B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534" y="5518118"/>
            <a:ext cx="322707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[T5]</a:t>
            </a:r>
          </a:p>
        </p:txBody>
      </p:sp>
      <p:sp>
        <p:nvSpPr>
          <p:cNvPr id="16" name="editable-text-13-15">
            <a:extLst xmlns:a="http://schemas.openxmlformats.org/drawingml/2006/main">
              <a:ext uri="{FF2B5EF4-FFF2-40B4-BE49-F238E27FC236}">
                <a16:creationId xmlns:a16="http://schemas.microsoft.com/office/drawing/2014/main" id="{56EBABB8-A3CF-4259-924C-BA247337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741"/>
            <a:ext cx="2074926" cy="1841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Source: [Source] · [Period]</a:t>
            </a:r>
          </a:p>
        </p:txBody>
      </p:sp>
      <p:sp>
        <p:nvSpPr>
          <p:cNvPr id="17" name="editable-text-13-16">
            <a:extLst xmlns:a="http://schemas.openxmlformats.org/drawingml/2006/main">
              <a:ext uri="{FF2B5EF4-FFF2-40B4-BE49-F238E27FC236}">
                <a16:creationId xmlns:a16="http://schemas.microsoft.com/office/drawing/2014/main" id="{8AEBAEA8-C464-4282-B436-94D244F4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 · [Period]</a:t>
            </a:r>
          </a:p>
        </p:txBody>
      </p:sp>
      <p:sp>
        <p:nvSpPr>
          <p:cNvPr id="18" name="editable-text-13-17">
            <a:extLst xmlns:a="http://schemas.openxmlformats.org/drawingml/2006/main">
              <a:ext uri="{FF2B5EF4-FFF2-40B4-BE49-F238E27FC236}">
                <a16:creationId xmlns:a16="http://schemas.microsoft.com/office/drawing/2014/main" id="{84B0AFA4-122A-473A-8A6A-92E3655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7467793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e0dd45f304a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4-01">
            <a:extLst xmlns:a="http://schemas.openxmlformats.org/drawingml/2006/main">
              <a:ext uri="{FF2B5EF4-FFF2-40B4-BE49-F238E27FC236}">
                <a16:creationId xmlns:a16="http://schemas.microsoft.com/office/drawing/2014/main" id="{252A75BB-5273-4E33-9D77-39BD3D7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Process</a:t>
            </a:r>
          </a:p>
        </p:txBody>
      </p:sp>
      <p:sp>
        <p:nvSpPr>
          <p:cNvPr id="3" name="editable-text-14-02">
            <a:extLst xmlns:a="http://schemas.openxmlformats.org/drawingml/2006/main">
              <a:ext uri="{FF2B5EF4-FFF2-40B4-BE49-F238E27FC236}">
                <a16:creationId xmlns:a16="http://schemas.microsoft.com/office/drawing/2014/main" id="{EEFCC73E-4C87-41BA-9138-37C4EB0B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4" name="editable-text-14-03">
            <a:extLst xmlns:a="http://schemas.openxmlformats.org/drawingml/2006/main">
              <a:ext uri="{FF2B5EF4-FFF2-40B4-BE49-F238E27FC236}">
                <a16:creationId xmlns:a16="http://schemas.microsoft.com/office/drawing/2014/main" id="{AA1DB1A1-C899-4717-8ABB-B076272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5722"/>
            <a:ext cx="5336000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Four-step process with emphasis</a:t>
            </a:r>
          </a:p>
        </p:txBody>
      </p:sp>
      <p:sp>
        <p:nvSpPr>
          <p:cNvPr id="5" name="editable-text-14-04">
            <a:extLst xmlns:a="http://schemas.openxmlformats.org/drawingml/2006/main">
              <a:ext uri="{FF2B5EF4-FFF2-40B4-BE49-F238E27FC236}">
                <a16:creationId xmlns:a16="http://schemas.microsoft.com/office/drawing/2014/main" id="{DE96D5AF-4FCC-4355-80B7-51A0C699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093"/>
            <a:ext cx="573596" cy="7937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6" name="editable-text-14-05">
            <a:extLst xmlns:a="http://schemas.openxmlformats.org/drawingml/2006/main">
              <a:ext uri="{FF2B5EF4-FFF2-40B4-BE49-F238E27FC236}">
                <a16:creationId xmlns:a16="http://schemas.microsoft.com/office/drawing/2014/main" id="{4824E81F-A3DA-42B8-8B83-A49730CA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7801"/>
            <a:ext cx="1009364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One</a:t>
            </a:r>
          </a:p>
        </p:txBody>
      </p:sp>
      <p:sp>
        <p:nvSpPr>
          <p:cNvPr id="7" name="editable-text-14-06">
            <a:extLst xmlns:a="http://schemas.openxmlformats.org/drawingml/2006/main">
              <a:ext uri="{FF2B5EF4-FFF2-40B4-BE49-F238E27FC236}">
                <a16:creationId xmlns:a16="http://schemas.microsoft.com/office/drawing/2014/main" id="{9DF56F9D-C910-4F48-AE71-8B68FE78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694498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Briefly describe the first step in the workflow.</a:t>
            </a:r>
          </a:p>
        </p:txBody>
      </p:sp>
      <p:sp>
        <p:nvSpPr>
          <p:cNvPr id="8" name="editable-text-14-07">
            <a:extLst xmlns:a="http://schemas.openxmlformats.org/drawingml/2006/main">
              <a:ext uri="{FF2B5EF4-FFF2-40B4-BE49-F238E27FC236}">
                <a16:creationId xmlns:a16="http://schemas.microsoft.com/office/drawing/2014/main" id="{6AFCEEB1-DBEB-4AB5-B679-829A4139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195" y="3371469"/>
            <a:ext cx="28194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CAC4B4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160" b="0">
                <a:solidFill>
                  <a:srgbClr val="CAC4B4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editable-text-14-08">
            <a:extLst xmlns:a="http://schemas.openxmlformats.org/drawingml/2006/main">
              <a:ext uri="{FF2B5EF4-FFF2-40B4-BE49-F238E27FC236}">
                <a16:creationId xmlns:a16="http://schemas.microsoft.com/office/drawing/2014/main" id="{5ECA32EE-7CBB-4BCE-9450-3BF1697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075" y="3026093"/>
            <a:ext cx="573596" cy="7937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10" name="editable-text-14-09">
            <a:extLst xmlns:a="http://schemas.openxmlformats.org/drawingml/2006/main">
              <a:ext uri="{FF2B5EF4-FFF2-40B4-BE49-F238E27FC236}">
                <a16:creationId xmlns:a16="http://schemas.microsoft.com/office/drawing/2014/main" id="{93C1534D-6565-4B44-BC80-D9C7412A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075" y="3737801"/>
            <a:ext cx="1025557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Two</a:t>
            </a:r>
          </a:p>
        </p:txBody>
      </p:sp>
      <p:sp>
        <p:nvSpPr>
          <p:cNvPr id="11" name="editable-text-14-10">
            <a:extLst xmlns:a="http://schemas.openxmlformats.org/drawingml/2006/main">
              <a:ext uri="{FF2B5EF4-FFF2-40B4-BE49-F238E27FC236}">
                <a16:creationId xmlns:a16="http://schemas.microsoft.com/office/drawing/2014/main" id="{40EA5A18-3070-481D-88B1-937BB5E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075" y="4143375"/>
            <a:ext cx="1881378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Briefly describe the second step in the workflow.</a:t>
            </a:r>
          </a:p>
        </p:txBody>
      </p:sp>
      <p:sp>
        <p:nvSpPr>
          <p:cNvPr id="12" name="editable-text-14-11">
            <a:extLst xmlns:a="http://schemas.openxmlformats.org/drawingml/2006/main">
              <a:ext uri="{FF2B5EF4-FFF2-40B4-BE49-F238E27FC236}">
                <a16:creationId xmlns:a16="http://schemas.microsoft.com/office/drawing/2014/main" id="{89CACFE6-F60C-4619-9DEE-3145FA1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060" y="3371469"/>
            <a:ext cx="28194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CAC4B4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160" b="0">
                <a:solidFill>
                  <a:srgbClr val="CAC4B4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3" name="editable-text-14-12">
            <a:extLst xmlns:a="http://schemas.openxmlformats.org/drawingml/2006/main">
              <a:ext uri="{FF2B5EF4-FFF2-40B4-BE49-F238E27FC236}">
                <a16:creationId xmlns:a16="http://schemas.microsoft.com/office/drawing/2014/main" id="{0E7262F0-CDEB-47E8-8348-BE9A7F9C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845" y="3026093"/>
            <a:ext cx="573596" cy="7937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14" name="editable-text-14-13">
            <a:extLst xmlns:a="http://schemas.openxmlformats.org/drawingml/2006/main">
              <a:ext uri="{FF2B5EF4-FFF2-40B4-BE49-F238E27FC236}">
                <a16:creationId xmlns:a16="http://schemas.microsoft.com/office/drawing/2014/main" id="{4E745D81-F161-4F30-80C3-667FC976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845" y="3737801"/>
            <a:ext cx="1213961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Three</a:t>
            </a:r>
          </a:p>
        </p:txBody>
      </p:sp>
      <p:sp>
        <p:nvSpPr>
          <p:cNvPr id="15" name="editable-text-14-14">
            <a:extLst xmlns:a="http://schemas.openxmlformats.org/drawingml/2006/main">
              <a:ext uri="{FF2B5EF4-FFF2-40B4-BE49-F238E27FC236}">
                <a16:creationId xmlns:a16="http://schemas.microsoft.com/office/drawing/2014/main" id="{F4843D05-D923-491D-9F31-0B43C96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845" y="4143375"/>
            <a:ext cx="1737836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Briefly describe the third step in the workflow.</a:t>
            </a:r>
          </a:p>
        </p:txBody>
      </p:sp>
      <p:sp>
        <p:nvSpPr>
          <p:cNvPr id="16" name="editable-text-14-15">
            <a:extLst xmlns:a="http://schemas.openxmlformats.org/drawingml/2006/main">
              <a:ext uri="{FF2B5EF4-FFF2-40B4-BE49-F238E27FC236}">
                <a16:creationId xmlns:a16="http://schemas.microsoft.com/office/drawing/2014/main" id="{DCABEB7B-DEDD-4A8B-92BA-A15082F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0" y="3371469"/>
            <a:ext cx="28194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CAC4B4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2160" b="0">
                <a:solidFill>
                  <a:srgbClr val="CAC4B4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7" name="editable-text-14-16">
            <a:extLst xmlns:a="http://schemas.openxmlformats.org/drawingml/2006/main">
              <a:ext uri="{FF2B5EF4-FFF2-40B4-BE49-F238E27FC236}">
                <a16:creationId xmlns:a16="http://schemas.microsoft.com/office/drawing/2014/main" id="{38E746C3-D895-473F-AFFD-F9309C6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710" y="3026093"/>
            <a:ext cx="573596" cy="7937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860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18" name="editable-text-14-17">
            <a:extLst xmlns:a="http://schemas.openxmlformats.org/drawingml/2006/main">
              <a:ext uri="{FF2B5EF4-FFF2-40B4-BE49-F238E27FC236}">
                <a16:creationId xmlns:a16="http://schemas.microsoft.com/office/drawing/2014/main" id="{2EBD4FE2-FB93-4C81-84D4-DB65FF0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710" y="3737801"/>
            <a:ext cx="1079659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1">
                <a:solidFill>
                  <a:srgbClr val="1A203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Four</a:t>
            </a:r>
          </a:p>
        </p:txBody>
      </p:sp>
      <p:sp>
        <p:nvSpPr>
          <p:cNvPr id="19" name="editable-text-14-18">
            <a:extLst xmlns:a="http://schemas.openxmlformats.org/drawingml/2006/main">
              <a:ext uri="{FF2B5EF4-FFF2-40B4-BE49-F238E27FC236}">
                <a16:creationId xmlns:a16="http://schemas.microsoft.com/office/drawing/2014/main" id="{FA426070-A1D1-4CD8-9B6D-CD6B031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9710" y="4143375"/>
            <a:ext cx="1810322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5A6270">
                    <a:alpha val="0"/>
                  </a:srgbClr>
                </a:solidFill>
                <a:latin typeface="DM Sans"/>
                <a:ea typeface="DM Sans"/>
                <a:cs typeface="DM Sans"/>
              </a:rPr>
              <a:t>Briefly describe the fourth step in the workflow.</a:t>
            </a:r>
          </a:p>
        </p:txBody>
      </p:sp>
      <p:sp>
        <p:nvSpPr>
          <p:cNvPr id="20" name="editable-text-14-19">
            <a:extLst xmlns:a="http://schemas.openxmlformats.org/drawingml/2006/main">
              <a:ext uri="{FF2B5EF4-FFF2-40B4-BE49-F238E27FC236}">
                <a16:creationId xmlns:a16="http://schemas.microsoft.com/office/drawing/2014/main" id="{78F595F2-1EF1-46CD-B6CC-E3A53BA2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 · [Period]</a:t>
            </a:r>
          </a:p>
        </p:txBody>
      </p:sp>
      <p:sp>
        <p:nvSpPr>
          <p:cNvPr id="21" name="editable-text-14-20">
            <a:extLst xmlns:a="http://schemas.openxmlformats.org/drawingml/2006/main">
              <a:ext uri="{FF2B5EF4-FFF2-40B4-BE49-F238E27FC236}">
                <a16:creationId xmlns:a16="http://schemas.microsoft.com/office/drawing/2014/main" id="{A13DB0F5-3F90-4923-A851-A9FC3BA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5A62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675691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e810eb43745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5-01">
            <a:extLst xmlns:a="http://schemas.openxmlformats.org/drawingml/2006/main">
              <a:ext uri="{FF2B5EF4-FFF2-40B4-BE49-F238E27FC236}">
                <a16:creationId xmlns:a16="http://schemas.microsoft.com/office/drawing/2014/main" id="{B6581BC4-97CC-4312-8FD8-F96553B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86515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[Breakdown]</a:t>
            </a:r>
          </a:p>
        </p:txBody>
      </p:sp>
      <p:sp>
        <p:nvSpPr>
          <p:cNvPr id="3" name="editable-text-15-02">
            <a:extLst xmlns:a="http://schemas.openxmlformats.org/drawingml/2006/main">
              <a:ext uri="{FF2B5EF4-FFF2-40B4-BE49-F238E27FC236}">
                <a16:creationId xmlns:a16="http://schemas.microsoft.com/office/drawing/2014/main" id="{599652ED-8ACE-460A-88F9-48E06C29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sp>
        <p:nvSpPr>
          <p:cNvPr id="4" name="editable-text-15-03">
            <a:extLst xmlns:a="http://schemas.openxmlformats.org/drawingml/2006/main">
              <a:ext uri="{FF2B5EF4-FFF2-40B4-BE49-F238E27FC236}">
                <a16:creationId xmlns:a16="http://schemas.microsoft.com/office/drawing/2014/main" id="{6EF60DA2-68E1-47DA-8017-D909FCDB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2949"/>
            <a:ext cx="3833432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Breakdown by category</a:t>
            </a:r>
          </a:p>
        </p:txBody>
      </p:sp>
      <p:sp>
        <p:nvSpPr>
          <p:cNvPr id="5" name="editable-text-15-04">
            <a:extLst xmlns:a="http://schemas.openxmlformats.org/drawingml/2006/main">
              <a:ext uri="{FF2B5EF4-FFF2-40B4-BE49-F238E27FC236}">
                <a16:creationId xmlns:a16="http://schemas.microsoft.com/office/drawing/2014/main" id="{8458F3AD-C613-4569-A9E1-3B295D05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825" y="2513933"/>
            <a:ext cx="991362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Category A</a:t>
            </a:r>
          </a:p>
        </p:txBody>
      </p:sp>
      <p:sp>
        <p:nvSpPr>
          <p:cNvPr id="6" name="editable-text-15-05">
            <a:extLst xmlns:a="http://schemas.openxmlformats.org/drawingml/2006/main">
              <a:ext uri="{FF2B5EF4-FFF2-40B4-BE49-F238E27FC236}">
                <a16:creationId xmlns:a16="http://schemas.microsoft.com/office/drawing/2014/main" id="{D13AFEB0-DC17-4737-9A17-4736C62B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707" y="2548509"/>
            <a:ext cx="32299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35%</a:t>
            </a:r>
          </a:p>
        </p:txBody>
      </p:sp>
      <p:sp>
        <p:nvSpPr>
          <p:cNvPr id="7" name="editable-text-15-06">
            <a:extLst xmlns:a="http://schemas.openxmlformats.org/drawingml/2006/main">
              <a:ext uri="{FF2B5EF4-FFF2-40B4-BE49-F238E27FC236}">
                <a16:creationId xmlns:a16="http://schemas.microsoft.com/office/drawing/2014/main" id="{B0E81E1A-9BB1-441C-AD36-8020FF7E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825" y="2951607"/>
            <a:ext cx="980027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Category B</a:t>
            </a:r>
          </a:p>
        </p:txBody>
      </p:sp>
      <p:sp>
        <p:nvSpPr>
          <p:cNvPr id="8" name="editable-text-15-07">
            <a:extLst xmlns:a="http://schemas.openxmlformats.org/drawingml/2006/main">
              <a:ext uri="{FF2B5EF4-FFF2-40B4-BE49-F238E27FC236}">
                <a16:creationId xmlns:a16="http://schemas.microsoft.com/office/drawing/2014/main" id="{0A7D8B32-4760-403D-B0D0-E8F21F4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707" y="2986183"/>
            <a:ext cx="32299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30%</a:t>
            </a:r>
          </a:p>
        </p:txBody>
      </p:sp>
      <p:sp>
        <p:nvSpPr>
          <p:cNvPr id="9" name="editable-text-15-08">
            <a:extLst xmlns:a="http://schemas.openxmlformats.org/drawingml/2006/main">
              <a:ext uri="{FF2B5EF4-FFF2-40B4-BE49-F238E27FC236}">
                <a16:creationId xmlns:a16="http://schemas.microsoft.com/office/drawing/2014/main" id="{AAE7B1EA-2DFF-4916-871B-6C88DD59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825" y="3389186"/>
            <a:ext cx="100403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Category C</a:t>
            </a:r>
          </a:p>
        </p:txBody>
      </p:sp>
      <p:sp>
        <p:nvSpPr>
          <p:cNvPr id="10" name="editable-text-15-09">
            <a:extLst xmlns:a="http://schemas.openxmlformats.org/drawingml/2006/main">
              <a:ext uri="{FF2B5EF4-FFF2-40B4-BE49-F238E27FC236}">
                <a16:creationId xmlns:a16="http://schemas.microsoft.com/office/drawing/2014/main" id="{22C3D9F4-2BD7-41DD-BE07-1BC6F869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707" y="3423857"/>
            <a:ext cx="32299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22%</a:t>
            </a:r>
          </a:p>
        </p:txBody>
      </p:sp>
      <p:sp>
        <p:nvSpPr>
          <p:cNvPr id="11" name="editable-text-15-10">
            <a:extLst xmlns:a="http://schemas.openxmlformats.org/drawingml/2006/main">
              <a:ext uri="{FF2B5EF4-FFF2-40B4-BE49-F238E27FC236}">
                <a16:creationId xmlns:a16="http://schemas.microsoft.com/office/drawing/2014/main" id="{C2221730-E9D9-4F95-AE1F-0AAA9273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825" y="3826859"/>
            <a:ext cx="99822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688" b="0">
                <a:solidFill>
                  <a:srgbClr val="E2DCD0">
                    <a:alpha val="0"/>
                  </a:srgbClr>
                </a:solidFill>
                <a:latin typeface="DM Sans"/>
                <a:ea typeface="DM Sans"/>
                <a:cs typeface="DM Sans"/>
              </a:rPr>
              <a:t>Category D</a:t>
            </a:r>
          </a:p>
        </p:txBody>
      </p:sp>
      <p:sp>
        <p:nvSpPr>
          <p:cNvPr id="12" name="editable-text-15-11">
            <a:extLst xmlns:a="http://schemas.openxmlformats.org/drawingml/2006/main">
              <a:ext uri="{FF2B5EF4-FFF2-40B4-BE49-F238E27FC236}">
                <a16:creationId xmlns:a16="http://schemas.microsoft.com/office/drawing/2014/main" id="{9E274D98-ACA8-4532-8631-743CEB1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2707" y="3861530"/>
            <a:ext cx="322993" cy="222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275" b="0">
                <a:solidFill>
                  <a:srgbClr val="C8A870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13%</a:t>
            </a:r>
          </a:p>
        </p:txBody>
      </p:sp>
      <p:sp>
        <p:nvSpPr>
          <p:cNvPr id="13" name="editable-text-15-12">
            <a:extLst xmlns:a="http://schemas.openxmlformats.org/drawingml/2006/main">
              <a:ext uri="{FF2B5EF4-FFF2-40B4-BE49-F238E27FC236}">
                <a16:creationId xmlns:a16="http://schemas.microsoft.com/office/drawing/2014/main" id="{B0A2E700-92C9-461A-94AB-A329E685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945" y="4435412"/>
            <a:ext cx="195834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Total: [N] · As of [Period]</a:t>
            </a:r>
          </a:p>
        </p:txBody>
      </p:sp>
      <p:sp>
        <p:nvSpPr>
          <p:cNvPr id="14" name="editable-text-15-13">
            <a:extLst xmlns:a="http://schemas.openxmlformats.org/drawingml/2006/main">
              <a:ext uri="{FF2B5EF4-FFF2-40B4-BE49-F238E27FC236}">
                <a16:creationId xmlns:a16="http://schemas.microsoft.com/office/drawing/2014/main" id="{CF6C2377-5153-47AF-A576-A19FD99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741"/>
            <a:ext cx="2074926" cy="1841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1013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Source: [Source] · [Period]</a:t>
            </a:r>
          </a:p>
        </p:txBody>
      </p:sp>
      <p:sp>
        <p:nvSpPr>
          <p:cNvPr id="15" name="editable-text-15-14">
            <a:extLst xmlns:a="http://schemas.openxmlformats.org/drawingml/2006/main">
              <a:ext uri="{FF2B5EF4-FFF2-40B4-BE49-F238E27FC236}">
                <a16:creationId xmlns:a16="http://schemas.microsoft.com/office/drawing/2014/main" id="{9D9F4B69-8CA6-4F92-85CE-D1B7B104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 · [Period]</a:t>
            </a:r>
          </a:p>
        </p:txBody>
      </p:sp>
      <p:sp>
        <p:nvSpPr>
          <p:cNvPr id="16" name="editable-text-15-15">
            <a:extLst xmlns:a="http://schemas.openxmlformats.org/drawingml/2006/main">
              <a:ext uri="{FF2B5EF4-FFF2-40B4-BE49-F238E27FC236}">
                <a16:creationId xmlns:a16="http://schemas.microsoft.com/office/drawing/2014/main" id="{1AA1FCF0-BF73-49CC-B715-4165C2D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9157503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6b424066944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6-01">
            <a:extLst xmlns:a="http://schemas.openxmlformats.org/drawingml/2006/main">
              <a:ext uri="{FF2B5EF4-FFF2-40B4-BE49-F238E27FC236}">
                <a16:creationId xmlns:a16="http://schemas.microsoft.com/office/drawing/2014/main" id="{C0AC325B-A86F-4210-AEE9-16780E39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86515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[Hierarchy]</a:t>
            </a:r>
          </a:p>
        </p:txBody>
      </p:sp>
      <p:sp>
        <p:nvSpPr>
          <p:cNvPr id="3" name="editable-text-16-02">
            <a:extLst xmlns:a="http://schemas.openxmlformats.org/drawingml/2006/main">
              <a:ext uri="{FF2B5EF4-FFF2-40B4-BE49-F238E27FC236}">
                <a16:creationId xmlns:a16="http://schemas.microsoft.com/office/drawing/2014/main" id="{9A5A041A-AA7B-4EE3-9658-49C213C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4" name="editable-text-16-03">
            <a:extLst xmlns:a="http://schemas.openxmlformats.org/drawingml/2006/main">
              <a:ext uri="{FF2B5EF4-FFF2-40B4-BE49-F238E27FC236}">
                <a16:creationId xmlns:a16="http://schemas.microsoft.com/office/drawing/2014/main" id="{276569F1-0551-4A53-A08F-93ED9B41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2703"/>
            <a:ext cx="3664744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The priority hierarchy</a:t>
            </a:r>
          </a:p>
        </p:txBody>
      </p:sp>
      <p:sp>
        <p:nvSpPr>
          <p:cNvPr id="5" name="editable-text-16-04">
            <a:extLst xmlns:a="http://schemas.openxmlformats.org/drawingml/2006/main">
              <a:ext uri="{FF2B5EF4-FFF2-40B4-BE49-F238E27FC236}">
                <a16:creationId xmlns:a16="http://schemas.microsoft.com/office/drawing/2014/main" id="{798E974D-2AA4-4DAA-8F26-C8F8AF8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842" y="2565559"/>
            <a:ext cx="1107853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Level One</a:t>
            </a:r>
          </a:p>
        </p:txBody>
      </p:sp>
      <p:sp>
        <p:nvSpPr>
          <p:cNvPr id="6" name="editable-text-16-05">
            <a:extLst xmlns:a="http://schemas.openxmlformats.org/drawingml/2006/main">
              <a:ext uri="{FF2B5EF4-FFF2-40B4-BE49-F238E27FC236}">
                <a16:creationId xmlns:a16="http://schemas.microsoft.com/office/drawing/2014/main" id="{2135EDDE-A7EB-4427-A519-2F81A32E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45" y="2580989"/>
            <a:ext cx="1416463" cy="352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Highest-order principle or decision criterion</a:t>
            </a:r>
          </a:p>
        </p:txBody>
      </p:sp>
      <p:sp>
        <p:nvSpPr>
          <p:cNvPr id="7" name="editable-text-16-06">
            <a:extLst xmlns:a="http://schemas.openxmlformats.org/drawingml/2006/main">
              <a:ext uri="{FF2B5EF4-FFF2-40B4-BE49-F238E27FC236}">
                <a16:creationId xmlns:a16="http://schemas.microsoft.com/office/drawing/2014/main" id="{718873A5-10F9-4750-9C1E-86EF310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077242"/>
            <a:ext cx="1117473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Level Two</a:t>
            </a:r>
          </a:p>
        </p:txBody>
      </p:sp>
      <p:sp>
        <p:nvSpPr>
          <p:cNvPr id="8" name="editable-text-16-07">
            <a:extLst xmlns:a="http://schemas.openxmlformats.org/drawingml/2006/main">
              <a:ext uri="{FF2B5EF4-FFF2-40B4-BE49-F238E27FC236}">
                <a16:creationId xmlns:a16="http://schemas.microsoft.com/office/drawing/2014/main" id="{108C33E3-4614-477F-857F-57B0DB8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591" y="3173730"/>
            <a:ext cx="2372678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Second-order principle or decision criterion</a:t>
            </a:r>
          </a:p>
        </p:txBody>
      </p:sp>
      <p:sp>
        <p:nvSpPr>
          <p:cNvPr id="9" name="editable-text-16-08">
            <a:extLst xmlns:a="http://schemas.openxmlformats.org/drawingml/2006/main">
              <a:ext uri="{FF2B5EF4-FFF2-40B4-BE49-F238E27FC236}">
                <a16:creationId xmlns:a16="http://schemas.microsoft.com/office/drawing/2014/main" id="{618DAF18-5336-43E9-986D-59BEF8F5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578828"/>
            <a:ext cx="1303592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Level Three</a:t>
            </a:r>
          </a:p>
        </p:txBody>
      </p:sp>
      <p:sp>
        <p:nvSpPr>
          <p:cNvPr id="10" name="editable-text-16-09">
            <a:extLst xmlns:a="http://schemas.openxmlformats.org/drawingml/2006/main">
              <a:ext uri="{FF2B5EF4-FFF2-40B4-BE49-F238E27FC236}">
                <a16:creationId xmlns:a16="http://schemas.microsoft.com/office/drawing/2014/main" id="{702074BE-E865-44BD-B082-0B8CD113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616" y="3675221"/>
            <a:ext cx="2239804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Third-order principle or decision criterion</a:t>
            </a:r>
          </a:p>
        </p:txBody>
      </p:sp>
      <p:sp>
        <p:nvSpPr>
          <p:cNvPr id="11" name="editable-text-16-10">
            <a:extLst xmlns:a="http://schemas.openxmlformats.org/drawingml/2006/main">
              <a:ext uri="{FF2B5EF4-FFF2-40B4-BE49-F238E27FC236}">
                <a16:creationId xmlns:a16="http://schemas.microsoft.com/office/drawing/2014/main" id="{02F85648-6D0D-41FB-8093-B285C049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674" y="4080415"/>
            <a:ext cx="1171289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Level Four</a:t>
            </a:r>
          </a:p>
        </p:txBody>
      </p:sp>
      <p:sp>
        <p:nvSpPr>
          <p:cNvPr id="12" name="editable-text-16-11">
            <a:extLst xmlns:a="http://schemas.openxmlformats.org/drawingml/2006/main">
              <a:ext uri="{FF2B5EF4-FFF2-40B4-BE49-F238E27FC236}">
                <a16:creationId xmlns:a16="http://schemas.microsoft.com/office/drawing/2014/main" id="{3EF92FD6-CA86-4A2F-8160-F8D5A91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11" y="4176808"/>
            <a:ext cx="208607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Supporting layer or operating standard</a:t>
            </a:r>
          </a:p>
        </p:txBody>
      </p:sp>
      <p:sp>
        <p:nvSpPr>
          <p:cNvPr id="13" name="editable-text-16-12">
            <a:extLst xmlns:a="http://schemas.openxmlformats.org/drawingml/2006/main">
              <a:ext uri="{FF2B5EF4-FFF2-40B4-BE49-F238E27FC236}">
                <a16:creationId xmlns:a16="http://schemas.microsoft.com/office/drawing/2014/main" id="{913B19D8-112A-4F87-BEB3-ED65416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81906"/>
            <a:ext cx="1110044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Level Five</a:t>
            </a:r>
          </a:p>
        </p:txBody>
      </p:sp>
      <p:sp>
        <p:nvSpPr>
          <p:cNvPr id="14" name="editable-text-16-13">
            <a:extLst xmlns:a="http://schemas.openxmlformats.org/drawingml/2006/main">
              <a:ext uri="{FF2B5EF4-FFF2-40B4-BE49-F238E27FC236}">
                <a16:creationId xmlns:a16="http://schemas.microsoft.com/office/drawing/2014/main" id="{6B6EE1D0-131A-4183-B5F6-234EFF20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415" y="4678394"/>
            <a:ext cx="197548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Foundation layer or ongoing practice</a:t>
            </a:r>
          </a:p>
        </p:txBody>
      </p:sp>
      <p:sp>
        <p:nvSpPr>
          <p:cNvPr id="15" name="editable-text-16-14">
            <a:extLst xmlns:a="http://schemas.openxmlformats.org/drawingml/2006/main">
              <a:ext uri="{FF2B5EF4-FFF2-40B4-BE49-F238E27FC236}">
                <a16:creationId xmlns:a16="http://schemas.microsoft.com/office/drawing/2014/main" id="{0B76A835-F5DE-41A4-8628-F5C8115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 · [Period]</a:t>
            </a:r>
          </a:p>
        </p:txBody>
      </p:sp>
      <p:sp>
        <p:nvSpPr>
          <p:cNvPr id="16" name="editable-text-16-15">
            <a:extLst xmlns:a="http://schemas.openxmlformats.org/drawingml/2006/main">
              <a:ext uri="{FF2B5EF4-FFF2-40B4-BE49-F238E27FC236}">
                <a16:creationId xmlns:a16="http://schemas.microsoft.com/office/drawing/2014/main" id="{529113D4-EDA2-47FB-83E7-BA3DECC1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9124742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9271cd44843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7-01">
            <a:extLst xmlns:a="http://schemas.openxmlformats.org/drawingml/2006/main">
              <a:ext uri="{FF2B5EF4-FFF2-40B4-BE49-F238E27FC236}">
                <a16:creationId xmlns:a16="http://schemas.microsoft.com/office/drawing/2014/main" id="{CF5542D0-CF65-41A5-9991-FABAD698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790004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[Timeline]</a:t>
            </a:r>
          </a:p>
        </p:txBody>
      </p:sp>
      <p:sp>
        <p:nvSpPr>
          <p:cNvPr id="3" name="editable-text-17-02">
            <a:extLst xmlns:a="http://schemas.openxmlformats.org/drawingml/2006/main">
              <a:ext uri="{FF2B5EF4-FFF2-40B4-BE49-F238E27FC236}">
                <a16:creationId xmlns:a16="http://schemas.microsoft.com/office/drawing/2014/main" id="{2F325F1E-BA9B-4647-B6CE-C0D18E40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4" name="editable-text-17-03">
            <a:extLst xmlns:a="http://schemas.openxmlformats.org/drawingml/2006/main">
              <a:ext uri="{FF2B5EF4-FFF2-40B4-BE49-F238E27FC236}">
                <a16:creationId xmlns:a16="http://schemas.microsoft.com/office/drawing/2014/main" id="{FC31FB14-5EC2-4035-ACBA-BEEBE64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7335"/>
            <a:ext cx="5787009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From starting point to current state</a:t>
            </a:r>
          </a:p>
        </p:txBody>
      </p:sp>
      <p:sp>
        <p:nvSpPr>
          <p:cNvPr id="5" name="editable-text-17-04">
            <a:extLst xmlns:a="http://schemas.openxmlformats.org/drawingml/2006/main">
              <a:ext uri="{FF2B5EF4-FFF2-40B4-BE49-F238E27FC236}">
                <a16:creationId xmlns:a16="http://schemas.microsoft.com/office/drawing/2014/main" id="{6FF642AD-7C7C-4420-8DF7-72DBCD42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3" y="1672685"/>
            <a:ext cx="59083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[Year 1]</a:t>
            </a:r>
          </a:p>
        </p:txBody>
      </p:sp>
      <p:sp>
        <p:nvSpPr>
          <p:cNvPr id="6" name="editable-text-17-05">
            <a:extLst xmlns:a="http://schemas.openxmlformats.org/drawingml/2006/main">
              <a:ext uri="{FF2B5EF4-FFF2-40B4-BE49-F238E27FC236}">
                <a16:creationId xmlns:a16="http://schemas.microsoft.com/office/drawing/2014/main" id="{CA83CE45-04F0-4C67-9E85-EB96EDE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1647349"/>
            <a:ext cx="1606582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Milestone One</a:t>
            </a:r>
          </a:p>
        </p:txBody>
      </p:sp>
      <p:sp>
        <p:nvSpPr>
          <p:cNvPr id="7" name="editable-text-17-06">
            <a:extLst xmlns:a="http://schemas.openxmlformats.org/drawingml/2006/main">
              <a:ext uri="{FF2B5EF4-FFF2-40B4-BE49-F238E27FC236}">
                <a16:creationId xmlns:a16="http://schemas.microsoft.com/office/drawing/2014/main" id="{32F54BF4-CDE7-4D4E-A765-7A3C183D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2024444"/>
            <a:ext cx="311477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first milestone and the outcome it produced.</a:t>
            </a:r>
          </a:p>
        </p:txBody>
      </p:sp>
      <p:sp>
        <p:nvSpPr>
          <p:cNvPr id="8" name="editable-text-17-07">
            <a:extLst xmlns:a="http://schemas.openxmlformats.org/drawingml/2006/main">
              <a:ext uri="{FF2B5EF4-FFF2-40B4-BE49-F238E27FC236}">
                <a16:creationId xmlns:a16="http://schemas.microsoft.com/office/drawing/2014/main" id="{787BC29A-A41D-4580-9CF8-4947FB4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3" y="2776252"/>
            <a:ext cx="59083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[Year 2]</a:t>
            </a:r>
          </a:p>
        </p:txBody>
      </p:sp>
      <p:sp>
        <p:nvSpPr>
          <p:cNvPr id="9" name="editable-text-17-08">
            <a:extLst xmlns:a="http://schemas.openxmlformats.org/drawingml/2006/main">
              <a:ext uri="{FF2B5EF4-FFF2-40B4-BE49-F238E27FC236}">
                <a16:creationId xmlns:a16="http://schemas.microsoft.com/office/drawing/2014/main" id="{FC35B2A3-A205-46F3-95DA-574DF08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2750820"/>
            <a:ext cx="1616202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Milestone Two</a:t>
            </a:r>
          </a:p>
        </p:txBody>
      </p:sp>
      <p:sp>
        <p:nvSpPr>
          <p:cNvPr id="10" name="editable-text-17-09">
            <a:extLst xmlns:a="http://schemas.openxmlformats.org/drawingml/2006/main">
              <a:ext uri="{FF2B5EF4-FFF2-40B4-BE49-F238E27FC236}">
                <a16:creationId xmlns:a16="http://schemas.microsoft.com/office/drawing/2014/main" id="{75399730-6354-4540-B040-9C67672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3128010"/>
            <a:ext cx="3704463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second milestone. Use emphasis for the key implication.</a:t>
            </a:r>
          </a:p>
        </p:txBody>
      </p:sp>
      <p:sp>
        <p:nvSpPr>
          <p:cNvPr id="11" name="editable-text-17-10">
            <a:extLst xmlns:a="http://schemas.openxmlformats.org/drawingml/2006/main">
              <a:ext uri="{FF2B5EF4-FFF2-40B4-BE49-F238E27FC236}">
                <a16:creationId xmlns:a16="http://schemas.microsoft.com/office/drawing/2014/main" id="{D1C0D033-C470-426C-A401-F79FEE1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3" y="3879723"/>
            <a:ext cx="59083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[Year 3]</a:t>
            </a:r>
          </a:p>
        </p:txBody>
      </p:sp>
      <p:sp>
        <p:nvSpPr>
          <p:cNvPr id="12" name="editable-text-17-11">
            <a:extLst xmlns:a="http://schemas.openxmlformats.org/drawingml/2006/main">
              <a:ext uri="{FF2B5EF4-FFF2-40B4-BE49-F238E27FC236}">
                <a16:creationId xmlns:a16="http://schemas.microsoft.com/office/drawing/2014/main" id="{629C3C4F-F547-4191-A548-ED51738B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3854387"/>
            <a:ext cx="1802321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Milestone Three</a:t>
            </a:r>
          </a:p>
        </p:txBody>
      </p:sp>
      <p:sp>
        <p:nvSpPr>
          <p:cNvPr id="13" name="editable-text-17-12">
            <a:extLst xmlns:a="http://schemas.openxmlformats.org/drawingml/2006/main">
              <a:ext uri="{FF2B5EF4-FFF2-40B4-BE49-F238E27FC236}">
                <a16:creationId xmlns:a16="http://schemas.microsoft.com/office/drawing/2014/main" id="{EE93AC05-CBD8-453B-9B4C-B48A0201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4231481"/>
            <a:ext cx="3092577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third milestone and how the scope changed.</a:t>
            </a:r>
          </a:p>
        </p:txBody>
      </p:sp>
      <p:sp>
        <p:nvSpPr>
          <p:cNvPr id="14" name="editable-text-17-13">
            <a:extLst xmlns:a="http://schemas.openxmlformats.org/drawingml/2006/main">
              <a:ext uri="{FF2B5EF4-FFF2-40B4-BE49-F238E27FC236}">
                <a16:creationId xmlns:a16="http://schemas.microsoft.com/office/drawing/2014/main" id="{E93C64DF-677B-4CE3-BD17-7667476E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3" y="4983385"/>
            <a:ext cx="59083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4E5A6E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[Year 4]</a:t>
            </a:r>
          </a:p>
        </p:txBody>
      </p:sp>
      <p:sp>
        <p:nvSpPr>
          <p:cNvPr id="15" name="editable-text-17-14">
            <a:extLst xmlns:a="http://schemas.openxmlformats.org/drawingml/2006/main">
              <a:ext uri="{FF2B5EF4-FFF2-40B4-BE49-F238E27FC236}">
                <a16:creationId xmlns:a16="http://schemas.microsoft.com/office/drawing/2014/main" id="{E0B133DC-C324-4AC3-8B25-CEEFD31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4957953"/>
            <a:ext cx="1669923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Milestone Four</a:t>
            </a:r>
          </a:p>
        </p:txBody>
      </p:sp>
      <p:sp>
        <p:nvSpPr>
          <p:cNvPr id="16" name="editable-text-17-15">
            <a:extLst xmlns:a="http://schemas.openxmlformats.org/drawingml/2006/main">
              <a:ext uri="{FF2B5EF4-FFF2-40B4-BE49-F238E27FC236}">
                <a16:creationId xmlns:a16="http://schemas.microsoft.com/office/drawing/2014/main" id="{98F79837-4CF6-4293-B4E9-6282947F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30" y="5335048"/>
            <a:ext cx="3423952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current milestone and the focus area it represents.</a:t>
            </a:r>
          </a:p>
        </p:txBody>
      </p:sp>
      <p:sp>
        <p:nvSpPr>
          <p:cNvPr id="17" name="editable-text-17-16">
            <a:extLst xmlns:a="http://schemas.openxmlformats.org/drawingml/2006/main">
              <a:ext uri="{FF2B5EF4-FFF2-40B4-BE49-F238E27FC236}">
                <a16:creationId xmlns:a16="http://schemas.microsoft.com/office/drawing/2014/main" id="{49DEB658-3B02-4533-BB5D-B2982941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 · [Period]</a:t>
            </a:r>
          </a:p>
        </p:txBody>
      </p:sp>
      <p:sp>
        <p:nvSpPr>
          <p:cNvPr id="18" name="editable-text-17-17">
            <a:extLst xmlns:a="http://schemas.openxmlformats.org/drawingml/2006/main">
              <a:ext uri="{FF2B5EF4-FFF2-40B4-BE49-F238E27FC236}">
                <a16:creationId xmlns:a16="http://schemas.microsoft.com/office/drawing/2014/main" id="{18118C96-1D6C-403B-ADFD-870B331C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5633825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ad16b886842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8-01">
            <a:extLst xmlns:a="http://schemas.openxmlformats.org/drawingml/2006/main">
              <a:ext uri="{FF2B5EF4-FFF2-40B4-BE49-F238E27FC236}">
                <a16:creationId xmlns:a16="http://schemas.microsoft.com/office/drawing/2014/main" id="{15DDDE85-9AA4-487B-A0B2-AF6F28B9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477"/>
            <a:ext cx="714756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[Process]</a:t>
            </a:r>
          </a:p>
        </p:txBody>
      </p:sp>
      <p:sp>
        <p:nvSpPr>
          <p:cNvPr id="3" name="editable-text-18-02">
            <a:extLst xmlns:a="http://schemas.openxmlformats.org/drawingml/2006/main">
              <a:ext uri="{FF2B5EF4-FFF2-40B4-BE49-F238E27FC236}">
                <a16:creationId xmlns:a16="http://schemas.microsoft.com/office/drawing/2014/main" id="{48792C2F-D685-4727-B50B-83926A2E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200" y="383477"/>
            <a:ext cx="188500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4" name="editable-text-18-03">
            <a:extLst xmlns:a="http://schemas.openxmlformats.org/drawingml/2006/main">
              <a:ext uri="{FF2B5EF4-FFF2-40B4-BE49-F238E27FC236}">
                <a16:creationId xmlns:a16="http://schemas.microsoft.com/office/drawing/2014/main" id="{AAACBE86-A742-41B9-8B41-C34CF0F4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2949"/>
            <a:ext cx="3214116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80" b="1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The operating cycle</a:t>
            </a:r>
          </a:p>
        </p:txBody>
      </p:sp>
      <p:sp>
        <p:nvSpPr>
          <p:cNvPr id="5" name="editable-text-18-04">
            <a:extLst xmlns:a="http://schemas.openxmlformats.org/drawingml/2006/main">
              <a:ext uri="{FF2B5EF4-FFF2-40B4-BE49-F238E27FC236}">
                <a16:creationId xmlns:a16="http://schemas.microsoft.com/office/drawing/2014/main" id="{9A51396A-7C12-4D27-901E-D1C1522B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0607"/>
            <a:ext cx="418909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01</a:t>
            </a:r>
          </a:p>
        </p:txBody>
      </p:sp>
      <p:sp>
        <p:nvSpPr>
          <p:cNvPr id="6" name="editable-text-18-05">
            <a:extLst xmlns:a="http://schemas.openxmlformats.org/drawingml/2006/main">
              <a:ext uri="{FF2B5EF4-FFF2-40B4-BE49-F238E27FC236}">
                <a16:creationId xmlns:a16="http://schemas.microsoft.com/office/drawing/2014/main" id="{1C53EF6A-0CBC-4C30-8C58-BB0BDB2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1531"/>
            <a:ext cx="998601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One</a:t>
            </a:r>
          </a:p>
        </p:txBody>
      </p:sp>
      <p:sp>
        <p:nvSpPr>
          <p:cNvPr id="7" name="editable-text-18-06">
            <a:extLst xmlns:a="http://schemas.openxmlformats.org/drawingml/2006/main">
              <a:ext uri="{FF2B5EF4-FFF2-40B4-BE49-F238E27FC236}">
                <a16:creationId xmlns:a16="http://schemas.microsoft.com/office/drawing/2014/main" id="{B6159BF3-4227-419B-8A23-DAAC2A6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53487"/>
            <a:ext cx="3323177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how the cycle begins and what input starts the work.</a:t>
            </a:r>
          </a:p>
        </p:txBody>
      </p:sp>
      <p:sp>
        <p:nvSpPr>
          <p:cNvPr id="8" name="editable-text-18-07">
            <a:extLst xmlns:a="http://schemas.openxmlformats.org/drawingml/2006/main">
              <a:ext uri="{FF2B5EF4-FFF2-40B4-BE49-F238E27FC236}">
                <a16:creationId xmlns:a16="http://schemas.microsoft.com/office/drawing/2014/main" id="{D6F04281-EEDC-46B4-9DC4-F180ECC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2" y="2248853"/>
            <a:ext cx="257556" cy="3302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9" name="editable-text-18-08">
            <a:extLst xmlns:a="http://schemas.openxmlformats.org/drawingml/2006/main">
              <a:ext uri="{FF2B5EF4-FFF2-40B4-BE49-F238E27FC236}">
                <a16:creationId xmlns:a16="http://schemas.microsoft.com/office/drawing/2014/main" id="{D4C7E703-B574-4916-9D77-FD58461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46" y="1810607"/>
            <a:ext cx="418909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02</a:t>
            </a:r>
          </a:p>
        </p:txBody>
      </p:sp>
      <p:sp>
        <p:nvSpPr>
          <p:cNvPr id="10" name="editable-text-18-09">
            <a:extLst xmlns:a="http://schemas.openxmlformats.org/drawingml/2006/main">
              <a:ext uri="{FF2B5EF4-FFF2-40B4-BE49-F238E27FC236}">
                <a16:creationId xmlns:a16="http://schemas.microsoft.com/office/drawing/2014/main" id="{90E17C26-B708-43B3-8775-8DCB7E5D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46" y="2341531"/>
            <a:ext cx="1008221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Two</a:t>
            </a:r>
          </a:p>
        </p:txBody>
      </p:sp>
      <p:sp>
        <p:nvSpPr>
          <p:cNvPr id="11" name="editable-text-18-10">
            <a:extLst xmlns:a="http://schemas.openxmlformats.org/drawingml/2006/main">
              <a:ext uri="{FF2B5EF4-FFF2-40B4-BE49-F238E27FC236}">
                <a16:creationId xmlns:a16="http://schemas.microsoft.com/office/drawing/2014/main" id="{451E40CA-6809-4FF6-A5CA-B77777F2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46" y="2753487"/>
            <a:ext cx="304781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how the input is examined, refined, or validated.</a:t>
            </a:r>
          </a:p>
        </p:txBody>
      </p:sp>
      <p:sp>
        <p:nvSpPr>
          <p:cNvPr id="12" name="editable-text-18-11">
            <a:extLst xmlns:a="http://schemas.openxmlformats.org/drawingml/2006/main">
              <a:ext uri="{FF2B5EF4-FFF2-40B4-BE49-F238E27FC236}">
                <a16:creationId xmlns:a16="http://schemas.microsoft.com/office/drawing/2014/main" id="{0A9BFF01-9DE2-434B-9CEA-1A68BD61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3555683"/>
            <a:ext cx="147828" cy="3302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↓</a:t>
            </a:r>
          </a:p>
        </p:txBody>
      </p:sp>
      <p:sp>
        <p:nvSpPr>
          <p:cNvPr id="13" name="editable-text-18-12">
            <a:extLst xmlns:a="http://schemas.openxmlformats.org/drawingml/2006/main">
              <a:ext uri="{FF2B5EF4-FFF2-40B4-BE49-F238E27FC236}">
                <a16:creationId xmlns:a16="http://schemas.microsoft.com/office/drawing/2014/main" id="{4CF09808-5772-4B4F-9A56-CD718501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189" y="3555683"/>
            <a:ext cx="147828" cy="3302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↓</a:t>
            </a:r>
          </a:p>
        </p:txBody>
      </p:sp>
      <p:sp>
        <p:nvSpPr>
          <p:cNvPr id="14" name="editable-text-18-13">
            <a:extLst xmlns:a="http://schemas.openxmlformats.org/drawingml/2006/main">
              <a:ext uri="{FF2B5EF4-FFF2-40B4-BE49-F238E27FC236}">
                <a16:creationId xmlns:a16="http://schemas.microsoft.com/office/drawing/2014/main" id="{8DFC8A79-B5DF-4B77-80A8-DD14547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4172"/>
            <a:ext cx="418909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04</a:t>
            </a:r>
          </a:p>
        </p:txBody>
      </p:sp>
      <p:sp>
        <p:nvSpPr>
          <p:cNvPr id="15" name="editable-text-18-14">
            <a:extLst xmlns:a="http://schemas.openxmlformats.org/drawingml/2006/main">
              <a:ext uri="{FF2B5EF4-FFF2-40B4-BE49-F238E27FC236}">
                <a16:creationId xmlns:a16="http://schemas.microsoft.com/office/drawing/2014/main" id="{991BFB95-767E-4D3F-A3CB-CC2AC602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5096"/>
            <a:ext cx="10620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Four</a:t>
            </a:r>
          </a:p>
        </p:txBody>
      </p:sp>
      <p:sp>
        <p:nvSpPr>
          <p:cNvPr id="16" name="editable-text-18-15">
            <a:extLst xmlns:a="http://schemas.openxmlformats.org/drawingml/2006/main">
              <a:ext uri="{FF2B5EF4-FFF2-40B4-BE49-F238E27FC236}">
                <a16:creationId xmlns:a16="http://schemas.microsoft.com/office/drawing/2014/main" id="{B02D0809-B83D-4F3F-94DD-55FDE19F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67052"/>
            <a:ext cx="3461861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how the result is implemented, supported, or improved.</a:t>
            </a:r>
          </a:p>
        </p:txBody>
      </p:sp>
      <p:sp>
        <p:nvSpPr>
          <p:cNvPr id="17" name="editable-text-18-16">
            <a:extLst xmlns:a="http://schemas.openxmlformats.org/drawingml/2006/main">
              <a:ext uri="{FF2B5EF4-FFF2-40B4-BE49-F238E27FC236}">
                <a16:creationId xmlns:a16="http://schemas.microsoft.com/office/drawing/2014/main" id="{C7D89A47-7EE3-4371-9AE1-306899F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72" y="4862417"/>
            <a:ext cx="257556" cy="3302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943" b="0">
                <a:solidFill>
                  <a:srgbClr val="4E5A6E">
                    <a:alpha val="0"/>
                  </a:srgbClr>
                </a:solidFill>
                <a:latin typeface="DM Sans"/>
                <a:ea typeface="DM Sans"/>
                <a:cs typeface="DM Sans"/>
              </a:rPr>
              <a:t>←</a:t>
            </a:r>
          </a:p>
        </p:txBody>
      </p:sp>
      <p:sp>
        <p:nvSpPr>
          <p:cNvPr id="18" name="editable-text-18-17">
            <a:extLst xmlns:a="http://schemas.openxmlformats.org/drawingml/2006/main">
              <a:ext uri="{FF2B5EF4-FFF2-40B4-BE49-F238E27FC236}">
                <a16:creationId xmlns:a16="http://schemas.microsoft.com/office/drawing/2014/main" id="{0E615DEC-3690-40E4-AEF5-C5FB0C64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46" y="4424172"/>
            <a:ext cx="418909" cy="577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458" b="1">
                <a:solidFill>
                  <a:srgbClr val="C8A87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03</a:t>
            </a:r>
          </a:p>
        </p:txBody>
      </p:sp>
      <p:sp>
        <p:nvSpPr>
          <p:cNvPr id="19" name="editable-text-18-18">
            <a:extLst xmlns:a="http://schemas.openxmlformats.org/drawingml/2006/main">
              <a:ext uri="{FF2B5EF4-FFF2-40B4-BE49-F238E27FC236}">
                <a16:creationId xmlns:a16="http://schemas.microsoft.com/office/drawing/2014/main" id="{11690A49-E462-454C-838C-1E7FD720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46" y="4955096"/>
            <a:ext cx="1194435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250" b="0">
                <a:solidFill>
                  <a:srgbClr val="E2DCD0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Step Three</a:t>
            </a:r>
          </a:p>
        </p:txBody>
      </p:sp>
      <p:sp>
        <p:nvSpPr>
          <p:cNvPr id="20" name="editable-text-18-19">
            <a:extLst xmlns:a="http://schemas.openxmlformats.org/drawingml/2006/main">
              <a:ext uri="{FF2B5EF4-FFF2-40B4-BE49-F238E27FC236}">
                <a16:creationId xmlns:a16="http://schemas.microsoft.com/office/drawing/2014/main" id="{AA89892E-FEE0-4FDC-AF39-07B6E06F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146" y="5367052"/>
            <a:ext cx="3548634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8A96A8">
                    <a:alpha val="0"/>
                  </a:srgbClr>
                </a:solidFill>
                <a:latin typeface="DM Sans"/>
                <a:ea typeface="DM Sans"/>
                <a:cs typeface="DM Sans"/>
              </a:rPr>
              <a:t>Describe the decision point and the criteria used to move forward.</a:t>
            </a:r>
          </a:p>
        </p:txBody>
      </p:sp>
      <p:sp>
        <p:nvSpPr>
          <p:cNvPr id="21" name="editable-text-18-20">
            <a:extLst xmlns:a="http://schemas.openxmlformats.org/drawingml/2006/main">
              <a:ext uri="{FF2B5EF4-FFF2-40B4-BE49-F238E27FC236}">
                <a16:creationId xmlns:a16="http://schemas.microsoft.com/office/drawing/2014/main" id="{5AC71E6A-D7E9-4CC7-82FA-6CFD494E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6984"/>
            <a:ext cx="1917668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[Organization] · [Period]</a:t>
            </a:r>
          </a:p>
        </p:txBody>
      </p:sp>
      <p:sp>
        <p:nvSpPr>
          <p:cNvPr id="22" name="editable-text-18-21">
            <a:extLst xmlns:a="http://schemas.openxmlformats.org/drawingml/2006/main">
              <a:ext uri="{FF2B5EF4-FFF2-40B4-BE49-F238E27FC236}">
                <a16:creationId xmlns:a16="http://schemas.microsoft.com/office/drawing/2014/main" id="{608CAD1B-CE7E-4F0E-8BEC-71232B58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249" y="6346984"/>
            <a:ext cx="564452" cy="1650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defRPr>
            </a:pPr>
            <a:r>
              <a:rPr sz="900" b="0">
                <a:solidFill>
                  <a:srgbClr val="8A96A8">
                    <a:alpha val="0"/>
                  </a:srgbClr>
                </a:solidFill>
                <a:latin typeface="IBM Plex Mono"/>
                <a:ea typeface="IBM Plex Mono"/>
                <a:cs typeface="IBM Plex Mono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93442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2026-06-08T01:56:49.0180000Z</dcterms:created>
  <dcterms:modified xsi:type="dcterms:W3CDTF">2026-06-08T01:56:49.0180000Z</dcterms:modified>
</coreProperties>
</file>